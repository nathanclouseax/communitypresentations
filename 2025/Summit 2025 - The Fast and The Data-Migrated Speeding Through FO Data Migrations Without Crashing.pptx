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9" r:id="rId4"/>
    <p:sldMasterId id="2147484353" r:id="rId5"/>
    <p:sldMasterId id="2147484350" r:id="rId6"/>
  </p:sldMasterIdLst>
  <p:notesMasterIdLst>
    <p:notesMasterId r:id="rId53"/>
  </p:notesMasterIdLst>
  <p:handoutMasterIdLst>
    <p:handoutMasterId r:id="rId54"/>
  </p:handoutMasterIdLst>
  <p:sldIdLst>
    <p:sldId id="1403" r:id="rId7"/>
    <p:sldId id="1396" r:id="rId8"/>
    <p:sldId id="1420" r:id="rId9"/>
    <p:sldId id="266" r:id="rId10"/>
    <p:sldId id="1428" r:id="rId11"/>
    <p:sldId id="1437" r:id="rId12"/>
    <p:sldId id="1436" r:id="rId13"/>
    <p:sldId id="1440" r:id="rId14"/>
    <p:sldId id="1441" r:id="rId15"/>
    <p:sldId id="1430" r:id="rId16"/>
    <p:sldId id="1442" r:id="rId17"/>
    <p:sldId id="1443" r:id="rId18"/>
    <p:sldId id="1444" r:id="rId19"/>
    <p:sldId id="1445" r:id="rId20"/>
    <p:sldId id="1446" r:id="rId21"/>
    <p:sldId id="1447" r:id="rId22"/>
    <p:sldId id="1448" r:id="rId23"/>
    <p:sldId id="1450" r:id="rId24"/>
    <p:sldId id="1449" r:id="rId25"/>
    <p:sldId id="1431" r:id="rId26"/>
    <p:sldId id="1432" r:id="rId27"/>
    <p:sldId id="1451" r:id="rId28"/>
    <p:sldId id="1452" r:id="rId29"/>
    <p:sldId id="1454" r:id="rId30"/>
    <p:sldId id="1453" r:id="rId31"/>
    <p:sldId id="1456" r:id="rId32"/>
    <p:sldId id="1455" r:id="rId33"/>
    <p:sldId id="1457" r:id="rId34"/>
    <p:sldId id="1433" r:id="rId35"/>
    <p:sldId id="1434" r:id="rId36"/>
    <p:sldId id="1458" r:id="rId37"/>
    <p:sldId id="1459" r:id="rId38"/>
    <p:sldId id="1435" r:id="rId39"/>
    <p:sldId id="1426" r:id="rId40"/>
    <p:sldId id="1427" r:id="rId41"/>
    <p:sldId id="1463" r:id="rId42"/>
    <p:sldId id="1460" r:id="rId43"/>
    <p:sldId id="1464" r:id="rId44"/>
    <p:sldId id="256" r:id="rId45"/>
    <p:sldId id="1461" r:id="rId46"/>
    <p:sldId id="1462" r:id="rId47"/>
    <p:sldId id="1422" r:id="rId48"/>
    <p:sldId id="1424" r:id="rId49"/>
    <p:sldId id="1425" r:id="rId50"/>
    <p:sldId id="1395" r:id="rId51"/>
    <p:sldId id="1402" r:id="rId52"/>
  </p:sldIdLst>
  <p:sldSz cx="12436475" cy="6994525"/>
  <p:notesSz cx="6858000" cy="9144000"/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BF68131C-8EB2-4A6D-ABFA-02E5AB776A1B}">
          <p14:sldIdLst>
            <p14:sldId id="1403"/>
          </p14:sldIdLst>
        </p14:section>
        <p14:section name="Presentation template" id="{C7FA9FF9-CCBF-4AFF-8011-39A1B6C3CC0F}">
          <p14:sldIdLst>
            <p14:sldId id="1396"/>
            <p14:sldId id="1420"/>
            <p14:sldId id="266"/>
            <p14:sldId id="1428"/>
            <p14:sldId id="1437"/>
            <p14:sldId id="1436"/>
            <p14:sldId id="1440"/>
            <p14:sldId id="1441"/>
            <p14:sldId id="1430"/>
            <p14:sldId id="1442"/>
            <p14:sldId id="1443"/>
            <p14:sldId id="1444"/>
            <p14:sldId id="1445"/>
            <p14:sldId id="1446"/>
            <p14:sldId id="1447"/>
            <p14:sldId id="1448"/>
            <p14:sldId id="1450"/>
            <p14:sldId id="1449"/>
            <p14:sldId id="1431"/>
            <p14:sldId id="1432"/>
            <p14:sldId id="1451"/>
            <p14:sldId id="1452"/>
            <p14:sldId id="1454"/>
            <p14:sldId id="1453"/>
            <p14:sldId id="1456"/>
            <p14:sldId id="1455"/>
            <p14:sldId id="1457"/>
            <p14:sldId id="1433"/>
            <p14:sldId id="1434"/>
            <p14:sldId id="1458"/>
            <p14:sldId id="1459"/>
            <p14:sldId id="1435"/>
            <p14:sldId id="1426"/>
            <p14:sldId id="1427"/>
            <p14:sldId id="1463"/>
            <p14:sldId id="1460"/>
            <p14:sldId id="1464"/>
            <p14:sldId id="256"/>
            <p14:sldId id="1461"/>
            <p14:sldId id="1462"/>
            <p14:sldId id="1422"/>
            <p14:sldId id="1424"/>
            <p14:sldId id="1425"/>
            <p14:sldId id="1395"/>
            <p14:sldId id="140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7" name="Auri Mathisen" initials="AM" lastIdx="1" clrIdx="7">
    <p:extLst>
      <p:ext uri="{19B8F6BF-5375-455C-9EA6-DF929625EA0E}">
        <p15:presenceInfo xmlns:p15="http://schemas.microsoft.com/office/powerpoint/2012/main" userId="S-1-5-21-383413107-1061881802-891584314-12534" providerId="AD"/>
      </p:ext>
    </p:extLst>
  </p:cmAuthor>
  <p:cmAuthor id="1" name="Mary Feil-Jacobs" initials="MFJ" lastIdx="43" clrIdx="1"/>
  <p:cmAuthor id="8" name="Judi Lee" initials="JL" lastIdx="3" clrIdx="8">
    <p:extLst>
      <p:ext uri="{19B8F6BF-5375-455C-9EA6-DF929625EA0E}">
        <p15:presenceInfo xmlns:p15="http://schemas.microsoft.com/office/powerpoint/2012/main" userId="S-1-5-21-383413107-1061881802-891584314-9954" providerId="AD"/>
      </p:ext>
    </p:extLst>
  </p:cmAuthor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9" name="David Griffith" initials="DG" lastIdx="3" clrIdx="9">
    <p:extLst>
      <p:ext uri="{19B8F6BF-5375-455C-9EA6-DF929625EA0E}">
        <p15:presenceInfo xmlns:p15="http://schemas.microsoft.com/office/powerpoint/2012/main" userId="S-1-5-21-383413107-1061881802-891584314-4667" providerId="AD"/>
      </p:ext>
    </p:extLst>
  </p:cmAuthor>
  <p:cmAuthor id="3" name="Mary Feil-Jacobs" initials="MF" lastIdx="22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10" name="Mark Rhodes" initials="MR" lastIdx="1" clrIdx="10">
    <p:extLst>
      <p:ext uri="{19B8F6BF-5375-455C-9EA6-DF929625EA0E}">
        <p15:presenceInfo xmlns:p15="http://schemas.microsoft.com/office/powerpoint/2012/main" userId="Mark Rhodes" providerId="None"/>
      </p:ext>
    </p:extLst>
  </p:cmAuthor>
  <p:cmAuthor id="4" name="Mitchell Derrey" initials="MD" lastIdx="6" clrIdx="4">
    <p:extLst>
      <p:ext uri="{19B8F6BF-5375-455C-9EA6-DF929625EA0E}">
        <p15:presenceInfo xmlns:p15="http://schemas.microsoft.com/office/powerpoint/2012/main" userId="S-1-5-21-383413107-1061881802-891584314-4851" providerId="AD"/>
      </p:ext>
    </p:extLst>
  </p:cmAuthor>
  <p:cmAuthor id="5" name="Christen Anderson" initials="CA" lastIdx="19" clrIdx="5">
    <p:extLst>
      <p:ext uri="{19B8F6BF-5375-455C-9EA6-DF929625EA0E}">
        <p15:presenceInfo xmlns:p15="http://schemas.microsoft.com/office/powerpoint/2012/main" userId="Christen Anderson" providerId="None"/>
      </p:ext>
    </p:extLst>
  </p:cmAuthor>
  <p:cmAuthor id="6" name="Delaney Freer" initials="DF" lastIdx="16" clrIdx="6">
    <p:extLst>
      <p:ext uri="{19B8F6BF-5375-455C-9EA6-DF929625EA0E}">
        <p15:presenceInfo xmlns:p15="http://schemas.microsoft.com/office/powerpoint/2012/main" userId="4a46fd6c6e3be69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120"/>
    <a:srgbClr val="1B449A"/>
    <a:srgbClr val="1E275C"/>
    <a:srgbClr val="000000"/>
    <a:srgbClr val="1B4499"/>
    <a:srgbClr val="001E60"/>
    <a:srgbClr val="E6E6E6"/>
    <a:srgbClr val="0095C8"/>
    <a:srgbClr val="E1B81C"/>
    <a:srgbClr val="E400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E8A6AD-38DD-4F91-AE1E-77F97E6F1116}" v="84" dt="2025-10-19T14:34:09.3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1"/>
    <p:restoredTop sz="94681"/>
  </p:normalViewPr>
  <p:slideViewPr>
    <p:cSldViewPr snapToGrid="0">
      <p:cViewPr varScale="1">
        <p:scale>
          <a:sx n="119" d="100"/>
          <a:sy n="119" d="100"/>
        </p:scale>
        <p:origin x="2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commentAuthors" Target="commentAuthor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viewProps" Target="viewProp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E823E5-CE73-4A94-A9DE-5E4356C67762}" type="doc">
      <dgm:prSet loTypeId="urn:microsoft.com/office/officeart/2005/8/layout/radial3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nb-NO"/>
        </a:p>
      </dgm:t>
    </dgm:pt>
    <dgm:pt modelId="{8B8D581B-7034-4042-88A9-AC09CD024B7E}">
      <dgm:prSet phldrT="[Text]"/>
      <dgm:spPr/>
      <dgm:t>
        <a:bodyPr/>
        <a:lstStyle/>
        <a:p>
          <a:r>
            <a:rPr lang="nb-NO" b="1" dirty="0"/>
            <a:t>DMF</a:t>
          </a:r>
        </a:p>
      </dgm:t>
    </dgm:pt>
    <dgm:pt modelId="{2ECDBEDD-AC5A-424D-926E-0242497D6343}" type="parTrans" cxnId="{0849AC79-7940-4492-9160-A4BC0E7432CD}">
      <dgm:prSet/>
      <dgm:spPr/>
      <dgm:t>
        <a:bodyPr/>
        <a:lstStyle/>
        <a:p>
          <a:endParaRPr lang="nb-NO"/>
        </a:p>
      </dgm:t>
    </dgm:pt>
    <dgm:pt modelId="{AB3D4A61-AD56-41C9-AF91-07DA132E8060}" type="sibTrans" cxnId="{0849AC79-7940-4492-9160-A4BC0E7432CD}">
      <dgm:prSet/>
      <dgm:spPr/>
      <dgm:t>
        <a:bodyPr/>
        <a:lstStyle/>
        <a:p>
          <a:endParaRPr lang="nb-NO"/>
        </a:p>
      </dgm:t>
    </dgm:pt>
    <dgm:pt modelId="{A74D0977-789F-4DF1-8F90-1EB04B644660}">
      <dgm:prSet phldrT="[Text]"/>
      <dgm:spPr/>
      <dgm:t>
        <a:bodyPr/>
        <a:lstStyle/>
        <a:p>
          <a:r>
            <a:rPr lang="nb-NO" b="1" dirty="0"/>
            <a:t>Data </a:t>
          </a:r>
          <a:r>
            <a:rPr lang="en-US" b="1" noProof="0" dirty="0"/>
            <a:t>migration</a:t>
          </a:r>
        </a:p>
      </dgm:t>
    </dgm:pt>
    <dgm:pt modelId="{7C8178ED-AD5B-44EB-A890-1B511EEB892F}" type="parTrans" cxnId="{5EE8BB59-116A-4B87-AB0B-7DDCD8C810F0}">
      <dgm:prSet/>
      <dgm:spPr/>
      <dgm:t>
        <a:bodyPr/>
        <a:lstStyle/>
        <a:p>
          <a:endParaRPr lang="nb-NO"/>
        </a:p>
      </dgm:t>
    </dgm:pt>
    <dgm:pt modelId="{7688DD50-F373-4D34-BD2E-D0E78B443854}" type="sibTrans" cxnId="{5EE8BB59-116A-4B87-AB0B-7DDCD8C810F0}">
      <dgm:prSet/>
      <dgm:spPr/>
      <dgm:t>
        <a:bodyPr/>
        <a:lstStyle/>
        <a:p>
          <a:endParaRPr lang="nb-NO"/>
        </a:p>
      </dgm:t>
    </dgm:pt>
    <dgm:pt modelId="{BBB6C3F6-9A8A-40C2-87DE-84241F450507}">
      <dgm:prSet phldrT="[Text]"/>
      <dgm:spPr/>
      <dgm:t>
        <a:bodyPr/>
        <a:lstStyle/>
        <a:p>
          <a:r>
            <a:rPr lang="nb-NO" b="1" dirty="0"/>
            <a:t>Integration</a:t>
          </a:r>
        </a:p>
      </dgm:t>
    </dgm:pt>
    <dgm:pt modelId="{47E4FD10-A974-4452-B924-295990A5675A}" type="parTrans" cxnId="{292581A3-1D16-48EC-A762-9131AD71125A}">
      <dgm:prSet/>
      <dgm:spPr/>
      <dgm:t>
        <a:bodyPr/>
        <a:lstStyle/>
        <a:p>
          <a:endParaRPr lang="nb-NO"/>
        </a:p>
      </dgm:t>
    </dgm:pt>
    <dgm:pt modelId="{85A21B7B-412C-45CD-A252-68373CF15321}" type="sibTrans" cxnId="{292581A3-1D16-48EC-A762-9131AD71125A}">
      <dgm:prSet/>
      <dgm:spPr/>
      <dgm:t>
        <a:bodyPr/>
        <a:lstStyle/>
        <a:p>
          <a:endParaRPr lang="nb-NO"/>
        </a:p>
      </dgm:t>
    </dgm:pt>
    <dgm:pt modelId="{50E98992-5AF1-4A34-9BBD-B5F0C2A49D46}">
      <dgm:prSet phldrT="[Text]"/>
      <dgm:spPr/>
      <dgm:t>
        <a:bodyPr/>
        <a:lstStyle/>
        <a:p>
          <a:r>
            <a:rPr lang="en-US" b="1" noProof="0" dirty="0"/>
            <a:t>Power BI</a:t>
          </a:r>
        </a:p>
      </dgm:t>
    </dgm:pt>
    <dgm:pt modelId="{2A8CA8DB-AED9-498C-B668-A289E6306FE8}" type="parTrans" cxnId="{C6F5A8F6-BF05-4DB3-9805-E0733267DCF2}">
      <dgm:prSet/>
      <dgm:spPr/>
      <dgm:t>
        <a:bodyPr/>
        <a:lstStyle/>
        <a:p>
          <a:endParaRPr lang="nb-NO"/>
        </a:p>
      </dgm:t>
    </dgm:pt>
    <dgm:pt modelId="{849EF979-DBA9-43F3-848B-D6E97D279CBE}" type="sibTrans" cxnId="{C6F5A8F6-BF05-4DB3-9805-E0733267DCF2}">
      <dgm:prSet/>
      <dgm:spPr/>
      <dgm:t>
        <a:bodyPr/>
        <a:lstStyle/>
        <a:p>
          <a:endParaRPr lang="nb-NO"/>
        </a:p>
      </dgm:t>
    </dgm:pt>
    <dgm:pt modelId="{95B52985-14B0-4600-8264-9CB8CE2BED0B}">
      <dgm:prSet phldrT="[Text]"/>
      <dgm:spPr/>
      <dgm:t>
        <a:bodyPr/>
        <a:lstStyle/>
        <a:p>
          <a:r>
            <a:rPr lang="en-US" b="1" noProof="1"/>
            <a:t>Configurations</a:t>
          </a:r>
        </a:p>
      </dgm:t>
    </dgm:pt>
    <dgm:pt modelId="{9EA46439-437A-4BDC-A522-756807900DE7}" type="parTrans" cxnId="{852FEB29-29C0-45A7-81E3-5DB9DF16AD82}">
      <dgm:prSet/>
      <dgm:spPr/>
      <dgm:t>
        <a:bodyPr/>
        <a:lstStyle/>
        <a:p>
          <a:endParaRPr lang="nb-NO"/>
        </a:p>
      </dgm:t>
    </dgm:pt>
    <dgm:pt modelId="{B4FE82CE-EC8A-4A15-857E-6CE5180A77CF}" type="sibTrans" cxnId="{852FEB29-29C0-45A7-81E3-5DB9DF16AD82}">
      <dgm:prSet/>
      <dgm:spPr/>
      <dgm:t>
        <a:bodyPr/>
        <a:lstStyle/>
        <a:p>
          <a:endParaRPr lang="nb-NO"/>
        </a:p>
      </dgm:t>
    </dgm:pt>
    <dgm:pt modelId="{8BB1D90D-3131-46F7-BDFE-CA407A8BC67C}">
      <dgm:prSet phldrT="[Text]"/>
      <dgm:spPr/>
      <dgm:t>
        <a:bodyPr/>
        <a:lstStyle/>
        <a:p>
          <a:r>
            <a:rPr lang="nb-NO" b="1" dirty="0"/>
            <a:t>Apps</a:t>
          </a:r>
        </a:p>
      </dgm:t>
    </dgm:pt>
    <dgm:pt modelId="{F1C6F2E8-18AB-4821-9FBB-4210B04054BB}" type="parTrans" cxnId="{97041CD8-8287-410A-9846-DF76D122B3DF}">
      <dgm:prSet/>
      <dgm:spPr/>
      <dgm:t>
        <a:bodyPr/>
        <a:lstStyle/>
        <a:p>
          <a:endParaRPr lang="nb-NO"/>
        </a:p>
      </dgm:t>
    </dgm:pt>
    <dgm:pt modelId="{7CB26847-D48A-4AB5-8441-62A30BDFB63E}" type="sibTrans" cxnId="{97041CD8-8287-410A-9846-DF76D122B3DF}">
      <dgm:prSet/>
      <dgm:spPr/>
      <dgm:t>
        <a:bodyPr/>
        <a:lstStyle/>
        <a:p>
          <a:endParaRPr lang="nb-NO"/>
        </a:p>
      </dgm:t>
    </dgm:pt>
    <dgm:pt modelId="{1E046A3C-C0FE-4B9A-BCEE-96270CEB0489}">
      <dgm:prSet phldrT="[Text]"/>
      <dgm:spPr/>
      <dgm:t>
        <a:bodyPr/>
        <a:lstStyle/>
        <a:p>
          <a:r>
            <a:rPr lang="nb-NO" b="1" dirty="0"/>
            <a:t>Automation</a:t>
          </a:r>
        </a:p>
      </dgm:t>
    </dgm:pt>
    <dgm:pt modelId="{5FC5ACBD-F9E9-40A0-8C06-DB12C54506E3}" type="parTrans" cxnId="{914C7579-73C0-4B75-896A-4FED94B1CCF4}">
      <dgm:prSet/>
      <dgm:spPr/>
      <dgm:t>
        <a:bodyPr/>
        <a:lstStyle/>
        <a:p>
          <a:endParaRPr lang="en-US"/>
        </a:p>
      </dgm:t>
    </dgm:pt>
    <dgm:pt modelId="{0E1A02EF-CB44-4D3B-A387-7FD14226D6CA}" type="sibTrans" cxnId="{914C7579-73C0-4B75-896A-4FED94B1CCF4}">
      <dgm:prSet/>
      <dgm:spPr/>
      <dgm:t>
        <a:bodyPr/>
        <a:lstStyle/>
        <a:p>
          <a:endParaRPr lang="en-US"/>
        </a:p>
      </dgm:t>
    </dgm:pt>
    <dgm:pt modelId="{69842A46-393D-40D7-9FE4-CC49DE9D2ACD}">
      <dgm:prSet phldrT="[Text]"/>
      <dgm:spPr/>
      <dgm:t>
        <a:bodyPr/>
        <a:lstStyle/>
        <a:p>
          <a:r>
            <a:rPr lang="nb-NO" b="1" dirty="0"/>
            <a:t>Reporting</a:t>
          </a:r>
        </a:p>
      </dgm:t>
    </dgm:pt>
    <dgm:pt modelId="{B7B38C07-47DC-487F-B963-1E0B2836CCF0}" type="parTrans" cxnId="{0A02D5EA-FBC4-4452-B3C5-E9A94C2164A5}">
      <dgm:prSet/>
      <dgm:spPr/>
      <dgm:t>
        <a:bodyPr/>
        <a:lstStyle/>
        <a:p>
          <a:endParaRPr lang="en-US"/>
        </a:p>
      </dgm:t>
    </dgm:pt>
    <dgm:pt modelId="{C43C74C5-0C22-4354-9926-962907F77C63}" type="sibTrans" cxnId="{0A02D5EA-FBC4-4452-B3C5-E9A94C2164A5}">
      <dgm:prSet/>
      <dgm:spPr/>
      <dgm:t>
        <a:bodyPr/>
        <a:lstStyle/>
        <a:p>
          <a:endParaRPr lang="en-US"/>
        </a:p>
      </dgm:t>
    </dgm:pt>
    <dgm:pt modelId="{C49881F9-1B64-4F6F-B353-F6718E39CD9A}">
      <dgm:prSet phldrT="[Text]"/>
      <dgm:spPr/>
      <dgm:t>
        <a:bodyPr/>
        <a:lstStyle/>
        <a:p>
          <a:r>
            <a:rPr lang="nb-NO" b="1" dirty="0"/>
            <a:t>Excel</a:t>
          </a:r>
        </a:p>
      </dgm:t>
    </dgm:pt>
    <dgm:pt modelId="{32CE098E-5DFD-499B-B54E-49E1241AE659}" type="parTrans" cxnId="{BCF666F9-EE80-4F32-AE45-9280395FDA8B}">
      <dgm:prSet/>
      <dgm:spPr/>
      <dgm:t>
        <a:bodyPr/>
        <a:lstStyle/>
        <a:p>
          <a:endParaRPr lang="en-US"/>
        </a:p>
      </dgm:t>
    </dgm:pt>
    <dgm:pt modelId="{8BCFA971-E0D3-4530-8CDF-9084DA8C0DEC}" type="sibTrans" cxnId="{BCF666F9-EE80-4F32-AE45-9280395FDA8B}">
      <dgm:prSet/>
      <dgm:spPr/>
      <dgm:t>
        <a:bodyPr/>
        <a:lstStyle/>
        <a:p>
          <a:endParaRPr lang="en-US"/>
        </a:p>
      </dgm:t>
    </dgm:pt>
    <dgm:pt modelId="{A78B95E7-FB39-47DE-ABD1-10F6F24B7E54}" type="pres">
      <dgm:prSet presAssocID="{5FE823E5-CE73-4A94-A9DE-5E4356C67762}" presName="composite" presStyleCnt="0">
        <dgm:presLayoutVars>
          <dgm:chMax val="1"/>
          <dgm:dir/>
          <dgm:resizeHandles val="exact"/>
        </dgm:presLayoutVars>
      </dgm:prSet>
      <dgm:spPr/>
    </dgm:pt>
    <dgm:pt modelId="{E39FA2CA-0735-42A8-B56C-22B3EFCD16BB}" type="pres">
      <dgm:prSet presAssocID="{5FE823E5-CE73-4A94-A9DE-5E4356C67762}" presName="radial" presStyleCnt="0">
        <dgm:presLayoutVars>
          <dgm:animLvl val="ctr"/>
        </dgm:presLayoutVars>
      </dgm:prSet>
      <dgm:spPr/>
    </dgm:pt>
    <dgm:pt modelId="{7876301A-CB09-4E6E-969E-F2C18A5F473D}" type="pres">
      <dgm:prSet presAssocID="{8B8D581B-7034-4042-88A9-AC09CD024B7E}" presName="centerShape" presStyleLbl="vennNode1" presStyleIdx="0" presStyleCnt="9"/>
      <dgm:spPr/>
    </dgm:pt>
    <dgm:pt modelId="{43035616-FA4F-43B0-A2F3-3CCF56A196F6}" type="pres">
      <dgm:prSet presAssocID="{A74D0977-789F-4DF1-8F90-1EB04B644660}" presName="node" presStyleLbl="vennNode1" presStyleIdx="1" presStyleCnt="9">
        <dgm:presLayoutVars>
          <dgm:bulletEnabled val="1"/>
        </dgm:presLayoutVars>
      </dgm:prSet>
      <dgm:spPr/>
    </dgm:pt>
    <dgm:pt modelId="{5EB1B587-BE64-4073-9CA1-322660013998}" type="pres">
      <dgm:prSet presAssocID="{BBB6C3F6-9A8A-40C2-87DE-84241F450507}" presName="node" presStyleLbl="vennNode1" presStyleIdx="2" presStyleCnt="9">
        <dgm:presLayoutVars>
          <dgm:bulletEnabled val="1"/>
        </dgm:presLayoutVars>
      </dgm:prSet>
      <dgm:spPr/>
    </dgm:pt>
    <dgm:pt modelId="{31A82C73-1E76-4D0E-B66E-06F69F3F2550}" type="pres">
      <dgm:prSet presAssocID="{50E98992-5AF1-4A34-9BBD-B5F0C2A49D46}" presName="node" presStyleLbl="vennNode1" presStyleIdx="3" presStyleCnt="9">
        <dgm:presLayoutVars>
          <dgm:bulletEnabled val="1"/>
        </dgm:presLayoutVars>
      </dgm:prSet>
      <dgm:spPr/>
    </dgm:pt>
    <dgm:pt modelId="{F70FDED5-B4CF-4341-B4CD-281BF73D7E01}" type="pres">
      <dgm:prSet presAssocID="{95B52985-14B0-4600-8264-9CB8CE2BED0B}" presName="node" presStyleLbl="vennNode1" presStyleIdx="4" presStyleCnt="9">
        <dgm:presLayoutVars>
          <dgm:bulletEnabled val="1"/>
        </dgm:presLayoutVars>
      </dgm:prSet>
      <dgm:spPr/>
    </dgm:pt>
    <dgm:pt modelId="{A48CCAC7-6C29-4A2F-A633-478017CD00BA}" type="pres">
      <dgm:prSet presAssocID="{8BB1D90D-3131-46F7-BDFE-CA407A8BC67C}" presName="node" presStyleLbl="vennNode1" presStyleIdx="5" presStyleCnt="9">
        <dgm:presLayoutVars>
          <dgm:bulletEnabled val="1"/>
        </dgm:presLayoutVars>
      </dgm:prSet>
      <dgm:spPr/>
    </dgm:pt>
    <dgm:pt modelId="{726156AD-4F93-472E-883B-9FDC598B81A8}" type="pres">
      <dgm:prSet presAssocID="{1E046A3C-C0FE-4B9A-BCEE-96270CEB0489}" presName="node" presStyleLbl="vennNode1" presStyleIdx="6" presStyleCnt="9">
        <dgm:presLayoutVars>
          <dgm:bulletEnabled val="1"/>
        </dgm:presLayoutVars>
      </dgm:prSet>
      <dgm:spPr/>
    </dgm:pt>
    <dgm:pt modelId="{9DD60876-D3DC-43B9-836D-EABA8B6F533C}" type="pres">
      <dgm:prSet presAssocID="{69842A46-393D-40D7-9FE4-CC49DE9D2ACD}" presName="node" presStyleLbl="vennNode1" presStyleIdx="7" presStyleCnt="9">
        <dgm:presLayoutVars>
          <dgm:bulletEnabled val="1"/>
        </dgm:presLayoutVars>
      </dgm:prSet>
      <dgm:spPr/>
    </dgm:pt>
    <dgm:pt modelId="{AFD61D3C-31DC-485E-BD49-A069A53A39B8}" type="pres">
      <dgm:prSet presAssocID="{C49881F9-1B64-4F6F-B353-F6718E39CD9A}" presName="node" presStyleLbl="vennNode1" presStyleIdx="8" presStyleCnt="9">
        <dgm:presLayoutVars>
          <dgm:bulletEnabled val="1"/>
        </dgm:presLayoutVars>
      </dgm:prSet>
      <dgm:spPr/>
    </dgm:pt>
  </dgm:ptLst>
  <dgm:cxnLst>
    <dgm:cxn modelId="{567BA00B-46CF-464A-A8E2-06F2464DA133}" type="presOf" srcId="{A74D0977-789F-4DF1-8F90-1EB04B644660}" destId="{43035616-FA4F-43B0-A2F3-3CCF56A196F6}" srcOrd="0" destOrd="0" presId="urn:microsoft.com/office/officeart/2005/8/layout/radial3"/>
    <dgm:cxn modelId="{A5246614-C4EC-4539-B637-BFC4FF1E010D}" type="presOf" srcId="{50E98992-5AF1-4A34-9BBD-B5F0C2A49D46}" destId="{31A82C73-1E76-4D0E-B66E-06F69F3F2550}" srcOrd="0" destOrd="0" presId="urn:microsoft.com/office/officeart/2005/8/layout/radial3"/>
    <dgm:cxn modelId="{852FEB29-29C0-45A7-81E3-5DB9DF16AD82}" srcId="{8B8D581B-7034-4042-88A9-AC09CD024B7E}" destId="{95B52985-14B0-4600-8264-9CB8CE2BED0B}" srcOrd="3" destOrd="0" parTransId="{9EA46439-437A-4BDC-A522-756807900DE7}" sibTransId="{B4FE82CE-EC8A-4A15-857E-6CE5180A77CF}"/>
    <dgm:cxn modelId="{090BF341-CC99-4080-BD81-9F0B776FA104}" type="presOf" srcId="{95B52985-14B0-4600-8264-9CB8CE2BED0B}" destId="{F70FDED5-B4CF-4341-B4CD-281BF73D7E01}" srcOrd="0" destOrd="0" presId="urn:microsoft.com/office/officeart/2005/8/layout/radial3"/>
    <dgm:cxn modelId="{3BA7B762-F3AB-4AED-BB02-F9F9F4032319}" type="presOf" srcId="{8BB1D90D-3131-46F7-BDFE-CA407A8BC67C}" destId="{A48CCAC7-6C29-4A2F-A633-478017CD00BA}" srcOrd="0" destOrd="0" presId="urn:microsoft.com/office/officeart/2005/8/layout/radial3"/>
    <dgm:cxn modelId="{774A5275-0A94-4AC4-9A6C-04F6B4E7703D}" type="presOf" srcId="{C49881F9-1B64-4F6F-B353-F6718E39CD9A}" destId="{AFD61D3C-31DC-485E-BD49-A069A53A39B8}" srcOrd="0" destOrd="0" presId="urn:microsoft.com/office/officeart/2005/8/layout/radial3"/>
    <dgm:cxn modelId="{914C7579-73C0-4B75-896A-4FED94B1CCF4}" srcId="{8B8D581B-7034-4042-88A9-AC09CD024B7E}" destId="{1E046A3C-C0FE-4B9A-BCEE-96270CEB0489}" srcOrd="5" destOrd="0" parTransId="{5FC5ACBD-F9E9-40A0-8C06-DB12C54506E3}" sibTransId="{0E1A02EF-CB44-4D3B-A387-7FD14226D6CA}"/>
    <dgm:cxn modelId="{0849AC79-7940-4492-9160-A4BC0E7432CD}" srcId="{5FE823E5-CE73-4A94-A9DE-5E4356C67762}" destId="{8B8D581B-7034-4042-88A9-AC09CD024B7E}" srcOrd="0" destOrd="0" parTransId="{2ECDBEDD-AC5A-424D-926E-0242497D6343}" sibTransId="{AB3D4A61-AD56-41C9-AF91-07DA132E8060}"/>
    <dgm:cxn modelId="{5EE8BB59-116A-4B87-AB0B-7DDCD8C810F0}" srcId="{8B8D581B-7034-4042-88A9-AC09CD024B7E}" destId="{A74D0977-789F-4DF1-8F90-1EB04B644660}" srcOrd="0" destOrd="0" parTransId="{7C8178ED-AD5B-44EB-A890-1B511EEB892F}" sibTransId="{7688DD50-F373-4D34-BD2E-D0E78B443854}"/>
    <dgm:cxn modelId="{292581A3-1D16-48EC-A762-9131AD71125A}" srcId="{8B8D581B-7034-4042-88A9-AC09CD024B7E}" destId="{BBB6C3F6-9A8A-40C2-87DE-84241F450507}" srcOrd="1" destOrd="0" parTransId="{47E4FD10-A974-4452-B924-295990A5675A}" sibTransId="{85A21B7B-412C-45CD-A252-68373CF15321}"/>
    <dgm:cxn modelId="{ADB869A5-6BEB-4784-9805-390BE181622D}" type="presOf" srcId="{8B8D581B-7034-4042-88A9-AC09CD024B7E}" destId="{7876301A-CB09-4E6E-969E-F2C18A5F473D}" srcOrd="0" destOrd="0" presId="urn:microsoft.com/office/officeart/2005/8/layout/radial3"/>
    <dgm:cxn modelId="{1117CFC1-AC47-49A2-8C53-EED5150E5952}" type="presOf" srcId="{69842A46-393D-40D7-9FE4-CC49DE9D2ACD}" destId="{9DD60876-D3DC-43B9-836D-EABA8B6F533C}" srcOrd="0" destOrd="0" presId="urn:microsoft.com/office/officeart/2005/8/layout/radial3"/>
    <dgm:cxn modelId="{54177EC6-3BE9-4702-AD13-A9ECC3294011}" type="presOf" srcId="{BBB6C3F6-9A8A-40C2-87DE-84241F450507}" destId="{5EB1B587-BE64-4073-9CA1-322660013998}" srcOrd="0" destOrd="0" presId="urn:microsoft.com/office/officeart/2005/8/layout/radial3"/>
    <dgm:cxn modelId="{504CB3D4-5EE9-4B02-88E9-35D3640E1711}" type="presOf" srcId="{1E046A3C-C0FE-4B9A-BCEE-96270CEB0489}" destId="{726156AD-4F93-472E-883B-9FDC598B81A8}" srcOrd="0" destOrd="0" presId="urn:microsoft.com/office/officeart/2005/8/layout/radial3"/>
    <dgm:cxn modelId="{97041CD8-8287-410A-9846-DF76D122B3DF}" srcId="{8B8D581B-7034-4042-88A9-AC09CD024B7E}" destId="{8BB1D90D-3131-46F7-BDFE-CA407A8BC67C}" srcOrd="4" destOrd="0" parTransId="{F1C6F2E8-18AB-4821-9FBB-4210B04054BB}" sibTransId="{7CB26847-D48A-4AB5-8441-62A30BDFB63E}"/>
    <dgm:cxn modelId="{972ADEE3-297F-47D5-A5C8-782C7BF07282}" type="presOf" srcId="{5FE823E5-CE73-4A94-A9DE-5E4356C67762}" destId="{A78B95E7-FB39-47DE-ABD1-10F6F24B7E54}" srcOrd="0" destOrd="0" presId="urn:microsoft.com/office/officeart/2005/8/layout/radial3"/>
    <dgm:cxn modelId="{0A02D5EA-FBC4-4452-B3C5-E9A94C2164A5}" srcId="{8B8D581B-7034-4042-88A9-AC09CD024B7E}" destId="{69842A46-393D-40D7-9FE4-CC49DE9D2ACD}" srcOrd="6" destOrd="0" parTransId="{B7B38C07-47DC-487F-B963-1E0B2836CCF0}" sibTransId="{C43C74C5-0C22-4354-9926-962907F77C63}"/>
    <dgm:cxn modelId="{C6F5A8F6-BF05-4DB3-9805-E0733267DCF2}" srcId="{8B8D581B-7034-4042-88A9-AC09CD024B7E}" destId="{50E98992-5AF1-4A34-9BBD-B5F0C2A49D46}" srcOrd="2" destOrd="0" parTransId="{2A8CA8DB-AED9-498C-B668-A289E6306FE8}" sibTransId="{849EF979-DBA9-43F3-848B-D6E97D279CBE}"/>
    <dgm:cxn modelId="{BCF666F9-EE80-4F32-AE45-9280395FDA8B}" srcId="{8B8D581B-7034-4042-88A9-AC09CD024B7E}" destId="{C49881F9-1B64-4F6F-B353-F6718E39CD9A}" srcOrd="7" destOrd="0" parTransId="{32CE098E-5DFD-499B-B54E-49E1241AE659}" sibTransId="{8BCFA971-E0D3-4530-8CDF-9084DA8C0DEC}"/>
    <dgm:cxn modelId="{95A45967-A002-4ACB-BF6A-C19B0B451479}" type="presParOf" srcId="{A78B95E7-FB39-47DE-ABD1-10F6F24B7E54}" destId="{E39FA2CA-0735-42A8-B56C-22B3EFCD16BB}" srcOrd="0" destOrd="0" presId="urn:microsoft.com/office/officeart/2005/8/layout/radial3"/>
    <dgm:cxn modelId="{C0D0696A-6D40-41BE-B999-99B168F5F959}" type="presParOf" srcId="{E39FA2CA-0735-42A8-B56C-22B3EFCD16BB}" destId="{7876301A-CB09-4E6E-969E-F2C18A5F473D}" srcOrd="0" destOrd="0" presId="urn:microsoft.com/office/officeart/2005/8/layout/radial3"/>
    <dgm:cxn modelId="{F11BE6EC-5846-411D-8B67-BF2C0A1657EC}" type="presParOf" srcId="{E39FA2CA-0735-42A8-B56C-22B3EFCD16BB}" destId="{43035616-FA4F-43B0-A2F3-3CCF56A196F6}" srcOrd="1" destOrd="0" presId="urn:microsoft.com/office/officeart/2005/8/layout/radial3"/>
    <dgm:cxn modelId="{5551C29D-2DED-4532-B223-2A111D081FAE}" type="presParOf" srcId="{E39FA2CA-0735-42A8-B56C-22B3EFCD16BB}" destId="{5EB1B587-BE64-4073-9CA1-322660013998}" srcOrd="2" destOrd="0" presId="urn:microsoft.com/office/officeart/2005/8/layout/radial3"/>
    <dgm:cxn modelId="{D30FB210-0BE7-46B0-A5A8-B9117AB89849}" type="presParOf" srcId="{E39FA2CA-0735-42A8-B56C-22B3EFCD16BB}" destId="{31A82C73-1E76-4D0E-B66E-06F69F3F2550}" srcOrd="3" destOrd="0" presId="urn:microsoft.com/office/officeart/2005/8/layout/radial3"/>
    <dgm:cxn modelId="{0F742D16-8044-46CA-A770-71E87C791B85}" type="presParOf" srcId="{E39FA2CA-0735-42A8-B56C-22B3EFCD16BB}" destId="{F70FDED5-B4CF-4341-B4CD-281BF73D7E01}" srcOrd="4" destOrd="0" presId="urn:microsoft.com/office/officeart/2005/8/layout/radial3"/>
    <dgm:cxn modelId="{5BA9DD6E-4649-4849-A47E-12A3E093B888}" type="presParOf" srcId="{E39FA2CA-0735-42A8-B56C-22B3EFCD16BB}" destId="{A48CCAC7-6C29-4A2F-A633-478017CD00BA}" srcOrd="5" destOrd="0" presId="urn:microsoft.com/office/officeart/2005/8/layout/radial3"/>
    <dgm:cxn modelId="{3643001A-D88C-4997-976C-5AA4E3DA28FF}" type="presParOf" srcId="{E39FA2CA-0735-42A8-B56C-22B3EFCD16BB}" destId="{726156AD-4F93-472E-883B-9FDC598B81A8}" srcOrd="6" destOrd="0" presId="urn:microsoft.com/office/officeart/2005/8/layout/radial3"/>
    <dgm:cxn modelId="{F9474B0D-0484-43EA-882C-BB8D2DFF4651}" type="presParOf" srcId="{E39FA2CA-0735-42A8-B56C-22B3EFCD16BB}" destId="{9DD60876-D3DC-43B9-836D-EABA8B6F533C}" srcOrd="7" destOrd="0" presId="urn:microsoft.com/office/officeart/2005/8/layout/radial3"/>
    <dgm:cxn modelId="{7DDC63C1-9F7B-4AF1-A0DD-3EB88FF3DC2A}" type="presParOf" srcId="{E39FA2CA-0735-42A8-B56C-22B3EFCD16BB}" destId="{AFD61D3C-31DC-485E-BD49-A069A53A39B8}" srcOrd="8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27F06F-5153-43A1-85C5-B91E7EB5BCCB}" type="doc">
      <dgm:prSet loTypeId="urn:microsoft.com/office/officeart/2005/8/layout/list1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nb-NO"/>
        </a:p>
      </dgm:t>
    </dgm:pt>
    <dgm:pt modelId="{2AD90BD9-2390-4452-A1DD-B94F2D0977DD}">
      <dgm:prSet phldrT="[Text]"/>
      <dgm:spPr/>
      <dgm:t>
        <a:bodyPr/>
        <a:lstStyle/>
        <a:p>
          <a:r>
            <a:rPr lang="en-US" b="1" noProof="0" dirty="0"/>
            <a:t>Import / Export / Copy</a:t>
          </a:r>
        </a:p>
      </dgm:t>
    </dgm:pt>
    <dgm:pt modelId="{C8506AF1-8DBA-4545-B30F-26BCC87C1816}" type="parTrans" cxnId="{F8F05D26-3120-411E-AF63-FB33A0C32D69}">
      <dgm:prSet/>
      <dgm:spPr/>
      <dgm:t>
        <a:bodyPr/>
        <a:lstStyle/>
        <a:p>
          <a:endParaRPr lang="nb-NO"/>
        </a:p>
      </dgm:t>
    </dgm:pt>
    <dgm:pt modelId="{C8977535-2335-44AB-A7EB-C217418C1EC2}" type="sibTrans" cxnId="{F8F05D26-3120-411E-AF63-FB33A0C32D69}">
      <dgm:prSet/>
      <dgm:spPr/>
      <dgm:t>
        <a:bodyPr/>
        <a:lstStyle/>
        <a:p>
          <a:endParaRPr lang="nb-NO"/>
        </a:p>
      </dgm:t>
    </dgm:pt>
    <dgm:pt modelId="{D8435CEE-7011-44D1-9828-8208399CFD65}">
      <dgm:prSet phldrT="[Text]"/>
      <dgm:spPr/>
      <dgm:t>
        <a:bodyPr/>
        <a:lstStyle/>
        <a:p>
          <a:r>
            <a:rPr lang="en-US" b="1" noProof="0" dirty="0"/>
            <a:t>Export / Import / Copy into legal entity</a:t>
          </a:r>
        </a:p>
      </dgm:t>
    </dgm:pt>
    <dgm:pt modelId="{3B16F07B-3900-4252-902E-654B906E2D73}" type="parTrans" cxnId="{E6686EC4-3A16-4A8A-B122-03793CC52DA1}">
      <dgm:prSet/>
      <dgm:spPr/>
      <dgm:t>
        <a:bodyPr/>
        <a:lstStyle/>
        <a:p>
          <a:endParaRPr lang="nb-NO"/>
        </a:p>
      </dgm:t>
    </dgm:pt>
    <dgm:pt modelId="{E23EF1ED-F4FC-4113-AF4F-17ECF9DB3AC8}" type="sibTrans" cxnId="{E6686EC4-3A16-4A8A-B122-03793CC52DA1}">
      <dgm:prSet/>
      <dgm:spPr/>
      <dgm:t>
        <a:bodyPr/>
        <a:lstStyle/>
        <a:p>
          <a:endParaRPr lang="nb-NO"/>
        </a:p>
      </dgm:t>
    </dgm:pt>
    <dgm:pt modelId="{2C2B7F81-742E-466E-A18C-728E4280A1E0}">
      <dgm:prSet phldrT="[Text]"/>
      <dgm:spPr/>
      <dgm:t>
        <a:bodyPr/>
        <a:lstStyle/>
        <a:p>
          <a:r>
            <a:rPr lang="nb-NO" b="1" dirty="0"/>
            <a:t>Templates</a:t>
          </a:r>
        </a:p>
      </dgm:t>
    </dgm:pt>
    <dgm:pt modelId="{F4629C3C-AE72-451B-9BF4-F23C522F8E63}" type="parTrans" cxnId="{C4315126-C90A-496D-8878-6D7664968740}">
      <dgm:prSet/>
      <dgm:spPr/>
      <dgm:t>
        <a:bodyPr/>
        <a:lstStyle/>
        <a:p>
          <a:endParaRPr lang="nb-NO"/>
        </a:p>
      </dgm:t>
    </dgm:pt>
    <dgm:pt modelId="{B9A640A2-8041-41FC-A207-301192BD5CB1}" type="sibTrans" cxnId="{C4315126-C90A-496D-8878-6D7664968740}">
      <dgm:prSet/>
      <dgm:spPr/>
      <dgm:t>
        <a:bodyPr/>
        <a:lstStyle/>
        <a:p>
          <a:endParaRPr lang="nb-NO"/>
        </a:p>
      </dgm:t>
    </dgm:pt>
    <dgm:pt modelId="{F6610F34-D64E-4CAA-854A-3B44F5368FE8}">
      <dgm:prSet phldrT="[Text]"/>
      <dgm:spPr/>
      <dgm:t>
        <a:bodyPr/>
        <a:lstStyle/>
        <a:p>
          <a:r>
            <a:rPr lang="en-US" b="1" noProof="0" dirty="0"/>
            <a:t>Filter</a:t>
          </a:r>
        </a:p>
      </dgm:t>
    </dgm:pt>
    <dgm:pt modelId="{A23EE6B2-136F-41AA-8B83-963636E74F58}" type="parTrans" cxnId="{776F98C6-11B3-424C-9E59-3C8CB21DCD93}">
      <dgm:prSet/>
      <dgm:spPr/>
      <dgm:t>
        <a:bodyPr/>
        <a:lstStyle/>
        <a:p>
          <a:endParaRPr lang="nb-NO"/>
        </a:p>
      </dgm:t>
    </dgm:pt>
    <dgm:pt modelId="{ECA5DC6C-47D4-4711-9D9F-BBE9CBCA2BE1}" type="sibTrans" cxnId="{776F98C6-11B3-424C-9E59-3C8CB21DCD93}">
      <dgm:prSet/>
      <dgm:spPr/>
      <dgm:t>
        <a:bodyPr/>
        <a:lstStyle/>
        <a:p>
          <a:endParaRPr lang="nb-NO"/>
        </a:p>
      </dgm:t>
    </dgm:pt>
    <dgm:pt modelId="{C398CB3F-0F27-4F3C-A67D-3F11603033A0}">
      <dgm:prSet phldrT="[Text]"/>
      <dgm:spPr/>
      <dgm:t>
        <a:bodyPr/>
        <a:lstStyle/>
        <a:p>
          <a:r>
            <a:rPr lang="en-US" b="1" noProof="0" dirty="0"/>
            <a:t>Mapping</a:t>
          </a:r>
        </a:p>
      </dgm:t>
    </dgm:pt>
    <dgm:pt modelId="{4FD3162A-EF47-431F-8E4E-81CFB25634E1}" type="parTrans" cxnId="{92745917-64C0-4F99-957F-C1CE81B84134}">
      <dgm:prSet/>
      <dgm:spPr/>
      <dgm:t>
        <a:bodyPr/>
        <a:lstStyle/>
        <a:p>
          <a:endParaRPr lang="nb-NO"/>
        </a:p>
      </dgm:t>
    </dgm:pt>
    <dgm:pt modelId="{965723F8-D7B5-41D6-A9C4-2AEAAEA3AE4A}" type="sibTrans" cxnId="{92745917-64C0-4F99-957F-C1CE81B84134}">
      <dgm:prSet/>
      <dgm:spPr/>
      <dgm:t>
        <a:bodyPr/>
        <a:lstStyle/>
        <a:p>
          <a:endParaRPr lang="nb-NO"/>
        </a:p>
      </dgm:t>
    </dgm:pt>
    <dgm:pt modelId="{B5CE32A0-93AE-4885-9BD7-8D696816DB77}">
      <dgm:prSet phldrT="[Text]"/>
      <dgm:spPr/>
      <dgm:t>
        <a:bodyPr/>
        <a:lstStyle/>
        <a:p>
          <a:r>
            <a:rPr lang="en-US" b="0" noProof="0" dirty="0"/>
            <a:t>Add criteria</a:t>
          </a:r>
        </a:p>
      </dgm:t>
    </dgm:pt>
    <dgm:pt modelId="{E6631B30-C2C2-4AAB-B616-561E9C4E5F34}" type="parTrans" cxnId="{266D4618-EFAA-43EE-BBA0-F7DC4429549C}">
      <dgm:prSet/>
      <dgm:spPr/>
      <dgm:t>
        <a:bodyPr/>
        <a:lstStyle/>
        <a:p>
          <a:endParaRPr lang="nb-NO"/>
        </a:p>
      </dgm:t>
    </dgm:pt>
    <dgm:pt modelId="{AB2F38D9-0909-48D7-9B9A-A7E3D31D70E2}" type="sibTrans" cxnId="{266D4618-EFAA-43EE-BBA0-F7DC4429549C}">
      <dgm:prSet/>
      <dgm:spPr/>
      <dgm:t>
        <a:bodyPr/>
        <a:lstStyle/>
        <a:p>
          <a:endParaRPr lang="nb-NO"/>
        </a:p>
      </dgm:t>
    </dgm:pt>
    <dgm:pt modelId="{D367B314-72D1-4121-A15A-858D93B26709}">
      <dgm:prSet phldrT="[Text]"/>
      <dgm:spPr/>
      <dgm:t>
        <a:bodyPr/>
        <a:lstStyle/>
        <a:p>
          <a:r>
            <a:rPr lang="en-US" b="0" noProof="0" dirty="0"/>
            <a:t>Remove map for entity field(s)</a:t>
          </a:r>
        </a:p>
      </dgm:t>
    </dgm:pt>
    <dgm:pt modelId="{F158979D-2967-4F9F-9433-6907D229BC6F}" type="parTrans" cxnId="{89FC041B-F8A6-4B76-9019-7FD0CA382997}">
      <dgm:prSet/>
      <dgm:spPr/>
      <dgm:t>
        <a:bodyPr/>
        <a:lstStyle/>
        <a:p>
          <a:endParaRPr lang="nb-NO"/>
        </a:p>
      </dgm:t>
    </dgm:pt>
    <dgm:pt modelId="{547E6707-0CC7-48B1-8EE7-BE264C50A6B6}" type="sibTrans" cxnId="{89FC041B-F8A6-4B76-9019-7FD0CA382997}">
      <dgm:prSet/>
      <dgm:spPr/>
      <dgm:t>
        <a:bodyPr/>
        <a:lstStyle/>
        <a:p>
          <a:endParaRPr lang="nb-NO"/>
        </a:p>
      </dgm:t>
    </dgm:pt>
    <dgm:pt modelId="{F12D8370-8E0B-4088-8C7D-49FA90A64CA2}">
      <dgm:prSet phldrT="[Text]"/>
      <dgm:spPr/>
      <dgm:t>
        <a:bodyPr/>
        <a:lstStyle/>
        <a:p>
          <a:r>
            <a:rPr lang="nb-NO" b="1" dirty="0"/>
            <a:t>Data Management</a:t>
          </a:r>
        </a:p>
      </dgm:t>
    </dgm:pt>
    <dgm:pt modelId="{81DA7168-8590-4E3D-B004-ABB0A31AF5FB}" type="parTrans" cxnId="{B91C9561-9E6D-4293-B7B7-71787E408274}">
      <dgm:prSet/>
      <dgm:spPr/>
      <dgm:t>
        <a:bodyPr/>
        <a:lstStyle/>
        <a:p>
          <a:endParaRPr lang="nb-NO"/>
        </a:p>
      </dgm:t>
    </dgm:pt>
    <dgm:pt modelId="{DDB6073C-ECCB-48B2-AD6E-59844B5BD2B7}" type="sibTrans" cxnId="{B91C9561-9E6D-4293-B7B7-71787E408274}">
      <dgm:prSet/>
      <dgm:spPr/>
      <dgm:t>
        <a:bodyPr/>
        <a:lstStyle/>
        <a:p>
          <a:endParaRPr lang="nb-NO"/>
        </a:p>
      </dgm:t>
    </dgm:pt>
    <dgm:pt modelId="{4CD4CF3A-C757-4047-A4FC-938F43D0A950}">
      <dgm:prSet phldrT="[Text]"/>
      <dgm:spPr/>
      <dgm:t>
        <a:bodyPr/>
        <a:lstStyle/>
        <a:p>
          <a:r>
            <a:rPr lang="en-US" b="1" noProof="0" dirty="0"/>
            <a:t>Import / Export</a:t>
          </a:r>
        </a:p>
      </dgm:t>
    </dgm:pt>
    <dgm:pt modelId="{69E76E0C-F021-48CE-947B-ED5DA94DF66D}" type="parTrans" cxnId="{26F1DFA2-5240-491B-B25C-96CFE8101216}">
      <dgm:prSet/>
      <dgm:spPr/>
      <dgm:t>
        <a:bodyPr/>
        <a:lstStyle/>
        <a:p>
          <a:endParaRPr lang="nb-NO"/>
        </a:p>
      </dgm:t>
    </dgm:pt>
    <dgm:pt modelId="{91394E8E-A1FD-45AA-883E-8EA087C8FA3E}" type="sibTrans" cxnId="{26F1DFA2-5240-491B-B25C-96CFE8101216}">
      <dgm:prSet/>
      <dgm:spPr/>
      <dgm:t>
        <a:bodyPr/>
        <a:lstStyle/>
        <a:p>
          <a:endParaRPr lang="nb-NO"/>
        </a:p>
      </dgm:t>
    </dgm:pt>
    <dgm:pt modelId="{46CF71A7-7AD9-4AAC-B2E3-66C32334E794}">
      <dgm:prSet phldrT="[Text]"/>
      <dgm:spPr/>
      <dgm:t>
        <a:bodyPr/>
        <a:lstStyle/>
        <a:p>
          <a:r>
            <a:rPr lang="nb-NO" b="1" dirty="0"/>
            <a:t>Data Projects</a:t>
          </a:r>
        </a:p>
      </dgm:t>
    </dgm:pt>
    <dgm:pt modelId="{C76996AD-71D6-4691-B07C-2EF406744DB7}" type="parTrans" cxnId="{E71A7DD6-52D0-424E-B362-B27A4D7018D7}">
      <dgm:prSet/>
      <dgm:spPr/>
      <dgm:t>
        <a:bodyPr/>
        <a:lstStyle/>
        <a:p>
          <a:endParaRPr lang="nb-NO"/>
        </a:p>
      </dgm:t>
    </dgm:pt>
    <dgm:pt modelId="{F003118D-719F-4DC6-9E69-CA96F0D2376F}" type="sibTrans" cxnId="{E71A7DD6-52D0-424E-B362-B27A4D7018D7}">
      <dgm:prSet/>
      <dgm:spPr/>
      <dgm:t>
        <a:bodyPr/>
        <a:lstStyle/>
        <a:p>
          <a:endParaRPr lang="nb-NO"/>
        </a:p>
      </dgm:t>
    </dgm:pt>
    <dgm:pt modelId="{F2056D49-F6BE-4A62-BBB9-A809283967B0}">
      <dgm:prSet phldrT="[Text]"/>
      <dgm:spPr/>
      <dgm:t>
        <a:bodyPr/>
        <a:lstStyle/>
        <a:p>
          <a:r>
            <a:rPr lang="en-US" b="1" noProof="0" dirty="0"/>
            <a:t>Job History</a:t>
          </a:r>
        </a:p>
      </dgm:t>
    </dgm:pt>
    <dgm:pt modelId="{28920022-89BD-49E4-A5DD-FFF7ECFBB664}" type="parTrans" cxnId="{18C5EEB2-2CE4-4C7C-A504-D9CEFDD155A3}">
      <dgm:prSet/>
      <dgm:spPr/>
      <dgm:t>
        <a:bodyPr/>
        <a:lstStyle/>
        <a:p>
          <a:endParaRPr lang="nb-NO"/>
        </a:p>
      </dgm:t>
    </dgm:pt>
    <dgm:pt modelId="{5B71B65E-0591-42C7-BC7E-3A6B40251C35}" type="sibTrans" cxnId="{18C5EEB2-2CE4-4C7C-A504-D9CEFDD155A3}">
      <dgm:prSet/>
      <dgm:spPr/>
      <dgm:t>
        <a:bodyPr/>
        <a:lstStyle/>
        <a:p>
          <a:endParaRPr lang="nb-NO"/>
        </a:p>
      </dgm:t>
    </dgm:pt>
    <dgm:pt modelId="{73A32FD1-09B2-4C45-9EF1-BD5D884BE5E5}">
      <dgm:prSet phldrT="[Text]"/>
      <dgm:spPr/>
      <dgm:t>
        <a:bodyPr/>
        <a:lstStyle/>
        <a:p>
          <a:r>
            <a:rPr lang="en-US" b="1" noProof="0" dirty="0"/>
            <a:t>Configure entity to export to database /BYOD /Change tracking(Primary, Entire, Custom)</a:t>
          </a:r>
        </a:p>
      </dgm:t>
    </dgm:pt>
    <dgm:pt modelId="{1377EB52-F779-4B12-96C3-F87C50724643}" type="parTrans" cxnId="{6337B75F-C9DA-426C-A321-88A668A1CF45}">
      <dgm:prSet/>
      <dgm:spPr/>
      <dgm:t>
        <a:bodyPr/>
        <a:lstStyle/>
        <a:p>
          <a:endParaRPr lang="nb-NO"/>
        </a:p>
      </dgm:t>
    </dgm:pt>
    <dgm:pt modelId="{14DF50C6-B931-4D0B-BAE1-CBD05089C51F}" type="sibTrans" cxnId="{6337B75F-C9DA-426C-A321-88A668A1CF45}">
      <dgm:prSet/>
      <dgm:spPr/>
      <dgm:t>
        <a:bodyPr/>
        <a:lstStyle/>
        <a:p>
          <a:endParaRPr lang="nb-NO"/>
        </a:p>
      </dgm:t>
    </dgm:pt>
    <dgm:pt modelId="{0138442E-3049-48A9-B3F9-C48F1E1BD3F0}">
      <dgm:prSet phldrT="[Text]"/>
      <dgm:spPr/>
      <dgm:t>
        <a:bodyPr/>
        <a:lstStyle/>
        <a:p>
          <a:r>
            <a:rPr lang="en-US" b="1" noProof="0" dirty="0"/>
            <a:t>Recurring integrations</a:t>
          </a:r>
        </a:p>
      </dgm:t>
    </dgm:pt>
    <dgm:pt modelId="{80726920-71B4-421B-BE12-DAD460F6B8C3}" type="parTrans" cxnId="{8DC3DF49-F78D-462F-A65D-6F80C8AA30B4}">
      <dgm:prSet/>
      <dgm:spPr/>
      <dgm:t>
        <a:bodyPr/>
        <a:lstStyle/>
        <a:p>
          <a:endParaRPr lang="nb-NO"/>
        </a:p>
      </dgm:t>
    </dgm:pt>
    <dgm:pt modelId="{EE8CAB6D-7C0B-44F5-BD8B-4251A50E3092}" type="sibTrans" cxnId="{8DC3DF49-F78D-462F-A65D-6F80C8AA30B4}">
      <dgm:prSet/>
      <dgm:spPr/>
      <dgm:t>
        <a:bodyPr/>
        <a:lstStyle/>
        <a:p>
          <a:endParaRPr lang="nb-NO"/>
        </a:p>
      </dgm:t>
    </dgm:pt>
    <dgm:pt modelId="{FA50793A-6BBB-4001-B27B-CF9BA00072DC}">
      <dgm:prSet phldrT="[Text]"/>
      <dgm:spPr/>
      <dgm:t>
        <a:bodyPr/>
        <a:lstStyle/>
        <a:p>
          <a:r>
            <a:rPr lang="en-US" b="1" noProof="0" dirty="0"/>
            <a:t>Sequencing</a:t>
          </a:r>
        </a:p>
      </dgm:t>
    </dgm:pt>
    <dgm:pt modelId="{4B2163A5-DA90-4C4A-BECC-6EF6D4E81BEF}" type="parTrans" cxnId="{13641581-78C8-4D4F-85BF-38E05258E382}">
      <dgm:prSet/>
      <dgm:spPr/>
      <dgm:t>
        <a:bodyPr/>
        <a:lstStyle/>
        <a:p>
          <a:endParaRPr lang="nb-NO"/>
        </a:p>
      </dgm:t>
    </dgm:pt>
    <dgm:pt modelId="{C0E889CC-99E9-485A-84C9-620FB25BB130}" type="sibTrans" cxnId="{13641581-78C8-4D4F-85BF-38E05258E382}">
      <dgm:prSet/>
      <dgm:spPr/>
      <dgm:t>
        <a:bodyPr/>
        <a:lstStyle/>
        <a:p>
          <a:endParaRPr lang="nb-NO"/>
        </a:p>
      </dgm:t>
    </dgm:pt>
    <dgm:pt modelId="{77BC363F-372F-4129-B3AC-F11709A2FB33}">
      <dgm:prSet phldrT="[Text]"/>
      <dgm:spPr/>
      <dgm:t>
        <a:bodyPr/>
        <a:lstStyle/>
        <a:p>
          <a:r>
            <a:rPr lang="en-US" b="0" noProof="0" dirty="0"/>
            <a:t>Data entities with a data package</a:t>
          </a:r>
        </a:p>
      </dgm:t>
    </dgm:pt>
    <dgm:pt modelId="{8695B674-A6E0-45EF-A3E6-61701D155F67}" type="parTrans" cxnId="{7DE55B67-D02C-499C-8BD4-3784BF8451A6}">
      <dgm:prSet/>
      <dgm:spPr/>
      <dgm:t>
        <a:bodyPr/>
        <a:lstStyle/>
        <a:p>
          <a:endParaRPr lang="nb-NO"/>
        </a:p>
      </dgm:t>
    </dgm:pt>
    <dgm:pt modelId="{424347C8-AE58-4791-AB32-8EE7C031BD1A}" type="sibTrans" cxnId="{7DE55B67-D02C-499C-8BD4-3784BF8451A6}">
      <dgm:prSet/>
      <dgm:spPr/>
      <dgm:t>
        <a:bodyPr/>
        <a:lstStyle/>
        <a:p>
          <a:endParaRPr lang="nb-NO"/>
        </a:p>
      </dgm:t>
    </dgm:pt>
    <dgm:pt modelId="{44CD53B8-F858-47D9-B354-CF004A36D5A9}">
      <dgm:prSet phldrT="[Text]"/>
      <dgm:spPr/>
      <dgm:t>
        <a:bodyPr/>
        <a:lstStyle/>
        <a:p>
          <a:r>
            <a:rPr lang="en-US" b="1" noProof="0" dirty="0"/>
            <a:t>Default</a:t>
          </a:r>
        </a:p>
      </dgm:t>
    </dgm:pt>
    <dgm:pt modelId="{C3ADF02D-4F63-4EB1-9DE9-75C9E8CF08DF}" type="parTrans" cxnId="{ABBD955A-DB50-4AB7-B8CD-44845B2CDBEE}">
      <dgm:prSet/>
      <dgm:spPr/>
      <dgm:t>
        <a:bodyPr/>
        <a:lstStyle/>
        <a:p>
          <a:endParaRPr lang="nb-NO"/>
        </a:p>
      </dgm:t>
    </dgm:pt>
    <dgm:pt modelId="{68FEF606-11CB-41D8-9150-8D969B7EED76}" type="sibTrans" cxnId="{ABBD955A-DB50-4AB7-B8CD-44845B2CDBEE}">
      <dgm:prSet/>
      <dgm:spPr/>
      <dgm:t>
        <a:bodyPr/>
        <a:lstStyle/>
        <a:p>
          <a:endParaRPr lang="nb-NO"/>
        </a:p>
      </dgm:t>
    </dgm:pt>
    <dgm:pt modelId="{5B156DC1-A59B-43B9-BA80-ED7E68C0E0A8}">
      <dgm:prSet phldrT="[Text]"/>
      <dgm:spPr/>
      <dgm:t>
        <a:bodyPr/>
        <a:lstStyle/>
        <a:p>
          <a:r>
            <a:rPr lang="en-US" b="1" noProof="0" dirty="0"/>
            <a:t>Custom</a:t>
          </a:r>
        </a:p>
      </dgm:t>
    </dgm:pt>
    <dgm:pt modelId="{5C417B2B-0624-4C66-9A15-CEFDDA2D239A}" type="parTrans" cxnId="{6293B785-009A-49F6-91D8-DA4D96D02668}">
      <dgm:prSet/>
      <dgm:spPr/>
      <dgm:t>
        <a:bodyPr/>
        <a:lstStyle/>
        <a:p>
          <a:endParaRPr lang="nb-NO"/>
        </a:p>
      </dgm:t>
    </dgm:pt>
    <dgm:pt modelId="{C33E1DC7-E349-4E5D-9F01-83725184A02C}" type="sibTrans" cxnId="{6293B785-009A-49F6-91D8-DA4D96D02668}">
      <dgm:prSet/>
      <dgm:spPr/>
      <dgm:t>
        <a:bodyPr/>
        <a:lstStyle/>
        <a:p>
          <a:endParaRPr lang="nb-NO"/>
        </a:p>
      </dgm:t>
    </dgm:pt>
    <dgm:pt modelId="{E13985A2-3727-45BD-B62C-3C316E712699}">
      <dgm:prSet phldrT="[Text]"/>
      <dgm:spPr/>
      <dgm:t>
        <a:bodyPr/>
        <a:lstStyle/>
        <a:p>
          <a:r>
            <a:rPr lang="en-US" noProof="0" dirty="0"/>
            <a:t>Golden Config</a:t>
          </a:r>
        </a:p>
      </dgm:t>
    </dgm:pt>
    <dgm:pt modelId="{01B3D9D4-7D82-4659-96D8-E1AB7D9125E7}" type="parTrans" cxnId="{756CBFFE-B349-4517-B465-D84B18EA5564}">
      <dgm:prSet/>
      <dgm:spPr/>
      <dgm:t>
        <a:bodyPr/>
        <a:lstStyle/>
        <a:p>
          <a:endParaRPr lang="nb-NO"/>
        </a:p>
      </dgm:t>
    </dgm:pt>
    <dgm:pt modelId="{E2CB9BF5-8BFD-4765-B284-CE6618AB56B7}" type="sibTrans" cxnId="{756CBFFE-B349-4517-B465-D84B18EA5564}">
      <dgm:prSet/>
      <dgm:spPr/>
      <dgm:t>
        <a:bodyPr/>
        <a:lstStyle/>
        <a:p>
          <a:endParaRPr lang="nb-NO"/>
        </a:p>
      </dgm:t>
    </dgm:pt>
    <dgm:pt modelId="{29E134DF-E05F-4DAE-9C0E-CB6951B74C9F}">
      <dgm:prSet phldrT="[Text]"/>
      <dgm:spPr/>
      <dgm:t>
        <a:bodyPr/>
        <a:lstStyle/>
        <a:p>
          <a:r>
            <a:rPr lang="en-US" noProof="0" dirty="0"/>
            <a:t>Module</a:t>
          </a:r>
        </a:p>
      </dgm:t>
    </dgm:pt>
    <dgm:pt modelId="{864FF611-5E7E-4E95-B0F4-C5A637AD4AD7}" type="parTrans" cxnId="{CF1C348D-AB7C-41D4-9816-08C3C321E635}">
      <dgm:prSet/>
      <dgm:spPr/>
      <dgm:t>
        <a:bodyPr/>
        <a:lstStyle/>
        <a:p>
          <a:endParaRPr lang="nb-NO"/>
        </a:p>
      </dgm:t>
    </dgm:pt>
    <dgm:pt modelId="{D04C701A-6F90-4320-AC71-3472DBAEE856}" type="sibTrans" cxnId="{CF1C348D-AB7C-41D4-9816-08C3C321E635}">
      <dgm:prSet/>
      <dgm:spPr/>
      <dgm:t>
        <a:bodyPr/>
        <a:lstStyle/>
        <a:p>
          <a:endParaRPr lang="nb-NO"/>
        </a:p>
      </dgm:t>
    </dgm:pt>
    <dgm:pt modelId="{50128F37-57A8-40CB-9716-E46F6B2C36D4}">
      <dgm:prSet phldrT="[Text]"/>
      <dgm:spPr/>
      <dgm:t>
        <a:bodyPr/>
        <a:lstStyle/>
        <a:p>
          <a:r>
            <a:rPr lang="en-US" noProof="0" dirty="0"/>
            <a:t>Priority</a:t>
          </a:r>
        </a:p>
      </dgm:t>
    </dgm:pt>
    <dgm:pt modelId="{ED47723B-663F-45BC-AD9D-AF705862E12C}" type="parTrans" cxnId="{AF6E062B-F9A5-48F8-B1E2-5D26C7CC81B6}">
      <dgm:prSet/>
      <dgm:spPr/>
      <dgm:t>
        <a:bodyPr/>
        <a:lstStyle/>
        <a:p>
          <a:endParaRPr lang="nb-NO"/>
        </a:p>
      </dgm:t>
    </dgm:pt>
    <dgm:pt modelId="{F5E80BEC-4B2D-4B15-B565-2D6221CA46FE}" type="sibTrans" cxnId="{AF6E062B-F9A5-48F8-B1E2-5D26C7CC81B6}">
      <dgm:prSet/>
      <dgm:spPr/>
      <dgm:t>
        <a:bodyPr/>
        <a:lstStyle/>
        <a:p>
          <a:endParaRPr lang="nb-NO"/>
        </a:p>
      </dgm:t>
    </dgm:pt>
    <dgm:pt modelId="{65054419-565E-4E6D-B569-9825EE0C0F4B}">
      <dgm:prSet phldrT="[Text]"/>
      <dgm:spPr/>
      <dgm:t>
        <a:bodyPr/>
        <a:lstStyle/>
        <a:p>
          <a:r>
            <a:rPr lang="en-US" b="1" noProof="0" dirty="0"/>
            <a:t>Data Entities</a:t>
          </a:r>
        </a:p>
      </dgm:t>
    </dgm:pt>
    <dgm:pt modelId="{1B35BBD3-4D08-4318-A24F-56EC029E0836}" type="parTrans" cxnId="{0F8D1B00-0FBA-427E-A4E7-C800AA83B674}">
      <dgm:prSet/>
      <dgm:spPr/>
      <dgm:t>
        <a:bodyPr/>
        <a:lstStyle/>
        <a:p>
          <a:endParaRPr lang="en-US"/>
        </a:p>
      </dgm:t>
    </dgm:pt>
    <dgm:pt modelId="{6AD2DB1B-720A-4BA1-B776-AACA859420FF}" type="sibTrans" cxnId="{0F8D1B00-0FBA-427E-A4E7-C800AA83B674}">
      <dgm:prSet/>
      <dgm:spPr/>
      <dgm:t>
        <a:bodyPr/>
        <a:lstStyle/>
        <a:p>
          <a:endParaRPr lang="en-US"/>
        </a:p>
      </dgm:t>
    </dgm:pt>
    <dgm:pt modelId="{D17F20CF-9AE9-4B3A-93BA-BC101723CAF2}">
      <dgm:prSet phldrT="[Text]"/>
      <dgm:spPr/>
      <dgm:t>
        <a:bodyPr/>
        <a:lstStyle/>
        <a:p>
          <a:r>
            <a:rPr lang="en-US" b="1" noProof="0" dirty="0"/>
            <a:t>Template</a:t>
          </a:r>
        </a:p>
      </dgm:t>
    </dgm:pt>
    <dgm:pt modelId="{43068787-B68B-4BDD-8FB0-22BEE66AA292}" type="parTrans" cxnId="{59D23D11-CD4C-4BD5-918A-E84A9FE5BDA5}">
      <dgm:prSet/>
      <dgm:spPr/>
      <dgm:t>
        <a:bodyPr/>
        <a:lstStyle/>
        <a:p>
          <a:endParaRPr lang="en-US"/>
        </a:p>
      </dgm:t>
    </dgm:pt>
    <dgm:pt modelId="{BC0E3BD0-7843-4B30-BDC8-10FFB2BA0946}" type="sibTrans" cxnId="{59D23D11-CD4C-4BD5-918A-E84A9FE5BDA5}">
      <dgm:prSet/>
      <dgm:spPr/>
      <dgm:t>
        <a:bodyPr/>
        <a:lstStyle/>
        <a:p>
          <a:endParaRPr lang="en-US"/>
        </a:p>
      </dgm:t>
    </dgm:pt>
    <dgm:pt modelId="{04B34298-7123-4E14-8207-A0DF13E847EB}">
      <dgm:prSet phldrT="[Text]"/>
      <dgm:spPr/>
      <dgm:t>
        <a:bodyPr/>
        <a:lstStyle/>
        <a:p>
          <a:r>
            <a:rPr lang="en-US" b="1" noProof="0" dirty="0"/>
            <a:t>Dual-write</a:t>
          </a:r>
        </a:p>
      </dgm:t>
    </dgm:pt>
    <dgm:pt modelId="{F40FE1E9-5B9A-4AD1-979F-0C3F6053F6F3}" type="parTrans" cxnId="{BE1A20AB-8A1B-473C-B457-B8CF7D725800}">
      <dgm:prSet/>
      <dgm:spPr/>
      <dgm:t>
        <a:bodyPr/>
        <a:lstStyle/>
        <a:p>
          <a:endParaRPr lang="en-US"/>
        </a:p>
      </dgm:t>
    </dgm:pt>
    <dgm:pt modelId="{E56E21F4-ADB3-43B2-AA25-58F98C819C94}" type="sibTrans" cxnId="{BE1A20AB-8A1B-473C-B457-B8CF7D725800}">
      <dgm:prSet/>
      <dgm:spPr/>
      <dgm:t>
        <a:bodyPr/>
        <a:lstStyle/>
        <a:p>
          <a:endParaRPr lang="en-US"/>
        </a:p>
      </dgm:t>
    </dgm:pt>
    <dgm:pt modelId="{DFBF1891-B524-47EA-8F3A-AA9466C19BE5}" type="pres">
      <dgm:prSet presAssocID="{A827F06F-5153-43A1-85C5-B91E7EB5BCCB}" presName="linear" presStyleCnt="0">
        <dgm:presLayoutVars>
          <dgm:dir/>
          <dgm:animLvl val="lvl"/>
          <dgm:resizeHandles val="exact"/>
        </dgm:presLayoutVars>
      </dgm:prSet>
      <dgm:spPr/>
    </dgm:pt>
    <dgm:pt modelId="{FDB8C450-0CFC-43C2-A3D5-A5E7FDECC891}" type="pres">
      <dgm:prSet presAssocID="{F12D8370-8E0B-4088-8C7D-49FA90A64CA2}" presName="parentLin" presStyleCnt="0"/>
      <dgm:spPr/>
    </dgm:pt>
    <dgm:pt modelId="{A9DE5B5D-6E50-4DAF-8C59-DBE8C9A7D045}" type="pres">
      <dgm:prSet presAssocID="{F12D8370-8E0B-4088-8C7D-49FA90A64CA2}" presName="parentLeftMargin" presStyleLbl="node1" presStyleIdx="0" presStyleCnt="6"/>
      <dgm:spPr/>
    </dgm:pt>
    <dgm:pt modelId="{EE0D5E33-CBF8-4F41-B032-7A93D30B75E0}" type="pres">
      <dgm:prSet presAssocID="{F12D8370-8E0B-4088-8C7D-49FA90A64CA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705CD1E6-D170-437F-B5B2-A1931A20CB26}" type="pres">
      <dgm:prSet presAssocID="{F12D8370-8E0B-4088-8C7D-49FA90A64CA2}" presName="negativeSpace" presStyleCnt="0"/>
      <dgm:spPr/>
    </dgm:pt>
    <dgm:pt modelId="{928C6464-887A-4882-BC87-133F0A470BC4}" type="pres">
      <dgm:prSet presAssocID="{F12D8370-8E0B-4088-8C7D-49FA90A64CA2}" presName="childText" presStyleLbl="conFgAcc1" presStyleIdx="0" presStyleCnt="6">
        <dgm:presLayoutVars>
          <dgm:bulletEnabled val="1"/>
        </dgm:presLayoutVars>
      </dgm:prSet>
      <dgm:spPr/>
    </dgm:pt>
    <dgm:pt modelId="{736A89D0-1CB3-4C3A-AFFE-5B6AAD1C955B}" type="pres">
      <dgm:prSet presAssocID="{DDB6073C-ECCB-48B2-AD6E-59844B5BD2B7}" presName="spaceBetweenRectangles" presStyleCnt="0"/>
      <dgm:spPr/>
    </dgm:pt>
    <dgm:pt modelId="{3A5A6498-5157-4CAC-A4B2-4DB3D3A30678}" type="pres">
      <dgm:prSet presAssocID="{2AD90BD9-2390-4452-A1DD-B94F2D0977DD}" presName="parentLin" presStyleCnt="0"/>
      <dgm:spPr/>
    </dgm:pt>
    <dgm:pt modelId="{7229DBDA-868C-4836-93E2-FF5D45D2FC5E}" type="pres">
      <dgm:prSet presAssocID="{2AD90BD9-2390-4452-A1DD-B94F2D0977DD}" presName="parentLeftMargin" presStyleLbl="node1" presStyleIdx="0" presStyleCnt="6"/>
      <dgm:spPr/>
    </dgm:pt>
    <dgm:pt modelId="{3C050DAF-0504-4EB1-AEFC-2F2FC3B1FBED}" type="pres">
      <dgm:prSet presAssocID="{2AD90BD9-2390-4452-A1DD-B94F2D0977D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A62F551-1824-4BDF-9E54-160D75EEB4B6}" type="pres">
      <dgm:prSet presAssocID="{2AD90BD9-2390-4452-A1DD-B94F2D0977DD}" presName="negativeSpace" presStyleCnt="0"/>
      <dgm:spPr/>
    </dgm:pt>
    <dgm:pt modelId="{521D8427-9B9E-4720-BA49-EB6D50D9C36F}" type="pres">
      <dgm:prSet presAssocID="{2AD90BD9-2390-4452-A1DD-B94F2D0977DD}" presName="childText" presStyleLbl="conFgAcc1" presStyleIdx="1" presStyleCnt="6">
        <dgm:presLayoutVars>
          <dgm:bulletEnabled val="1"/>
        </dgm:presLayoutVars>
      </dgm:prSet>
      <dgm:spPr/>
    </dgm:pt>
    <dgm:pt modelId="{F8AEAD2F-22D7-44CD-90FC-011408A07958}" type="pres">
      <dgm:prSet presAssocID="{C8977535-2335-44AB-A7EB-C217418C1EC2}" presName="spaceBetweenRectangles" presStyleCnt="0"/>
      <dgm:spPr/>
    </dgm:pt>
    <dgm:pt modelId="{98772431-EC8A-4FD0-84CF-54EF4C874EE6}" type="pres">
      <dgm:prSet presAssocID="{FA50793A-6BBB-4001-B27B-CF9BA00072DC}" presName="parentLin" presStyleCnt="0"/>
      <dgm:spPr/>
    </dgm:pt>
    <dgm:pt modelId="{8DE7C810-ACFA-4E2C-AAE6-57538DA29AD9}" type="pres">
      <dgm:prSet presAssocID="{FA50793A-6BBB-4001-B27B-CF9BA00072DC}" presName="parentLeftMargin" presStyleLbl="node1" presStyleIdx="1" presStyleCnt="6"/>
      <dgm:spPr/>
    </dgm:pt>
    <dgm:pt modelId="{DFB92263-3BAD-4B13-941B-9A92168D3C67}" type="pres">
      <dgm:prSet presAssocID="{FA50793A-6BBB-4001-B27B-CF9BA00072D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CBD1C639-EAE1-4A31-B4C8-60DA97E64CBC}" type="pres">
      <dgm:prSet presAssocID="{FA50793A-6BBB-4001-B27B-CF9BA00072DC}" presName="negativeSpace" presStyleCnt="0"/>
      <dgm:spPr/>
    </dgm:pt>
    <dgm:pt modelId="{2E708721-0044-4F3F-90BC-9CFDB03C6EF7}" type="pres">
      <dgm:prSet presAssocID="{FA50793A-6BBB-4001-B27B-CF9BA00072DC}" presName="childText" presStyleLbl="conFgAcc1" presStyleIdx="2" presStyleCnt="6">
        <dgm:presLayoutVars>
          <dgm:bulletEnabled val="1"/>
        </dgm:presLayoutVars>
      </dgm:prSet>
      <dgm:spPr/>
    </dgm:pt>
    <dgm:pt modelId="{8E8C2342-5842-4AA8-B024-1439CD665CC3}" type="pres">
      <dgm:prSet presAssocID="{C0E889CC-99E9-485A-84C9-620FB25BB130}" presName="spaceBetweenRectangles" presStyleCnt="0"/>
      <dgm:spPr/>
    </dgm:pt>
    <dgm:pt modelId="{DF8E2B37-4E08-4F4B-9424-006C2B6D63D9}" type="pres">
      <dgm:prSet presAssocID="{2C2B7F81-742E-466E-A18C-728E4280A1E0}" presName="parentLin" presStyleCnt="0"/>
      <dgm:spPr/>
    </dgm:pt>
    <dgm:pt modelId="{425E47B1-BFA7-4AB4-B0AF-8711D606AD99}" type="pres">
      <dgm:prSet presAssocID="{2C2B7F81-742E-466E-A18C-728E4280A1E0}" presName="parentLeftMargin" presStyleLbl="node1" presStyleIdx="2" presStyleCnt="6"/>
      <dgm:spPr/>
    </dgm:pt>
    <dgm:pt modelId="{49509030-2949-4440-878F-D4DA509AECBE}" type="pres">
      <dgm:prSet presAssocID="{2C2B7F81-742E-466E-A18C-728E4280A1E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657D562-39F0-4D26-BEB2-0D72A4275ABF}" type="pres">
      <dgm:prSet presAssocID="{2C2B7F81-742E-466E-A18C-728E4280A1E0}" presName="negativeSpace" presStyleCnt="0"/>
      <dgm:spPr/>
    </dgm:pt>
    <dgm:pt modelId="{5F2D9987-5E56-42D4-8749-F7D390274B68}" type="pres">
      <dgm:prSet presAssocID="{2C2B7F81-742E-466E-A18C-728E4280A1E0}" presName="childText" presStyleLbl="conFgAcc1" presStyleIdx="3" presStyleCnt="6">
        <dgm:presLayoutVars>
          <dgm:bulletEnabled val="1"/>
        </dgm:presLayoutVars>
      </dgm:prSet>
      <dgm:spPr/>
    </dgm:pt>
    <dgm:pt modelId="{4A2D4331-B7B4-4AFD-8B81-E2864BB243E9}" type="pres">
      <dgm:prSet presAssocID="{B9A640A2-8041-41FC-A207-301192BD5CB1}" presName="spaceBetweenRectangles" presStyleCnt="0"/>
      <dgm:spPr/>
    </dgm:pt>
    <dgm:pt modelId="{7E93D1DB-D0DB-4792-8C94-9189FA538777}" type="pres">
      <dgm:prSet presAssocID="{F6610F34-D64E-4CAA-854A-3B44F5368FE8}" presName="parentLin" presStyleCnt="0"/>
      <dgm:spPr/>
    </dgm:pt>
    <dgm:pt modelId="{233C3BC6-73E7-48B1-A0E0-A2EA261FCD87}" type="pres">
      <dgm:prSet presAssocID="{F6610F34-D64E-4CAA-854A-3B44F5368FE8}" presName="parentLeftMargin" presStyleLbl="node1" presStyleIdx="3" presStyleCnt="6"/>
      <dgm:spPr/>
    </dgm:pt>
    <dgm:pt modelId="{29D28D72-2BB8-4E51-B895-6088C1C6F964}" type="pres">
      <dgm:prSet presAssocID="{F6610F34-D64E-4CAA-854A-3B44F5368FE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42AA707-C9C3-4BB8-A1B9-2C3718B334C6}" type="pres">
      <dgm:prSet presAssocID="{F6610F34-D64E-4CAA-854A-3B44F5368FE8}" presName="negativeSpace" presStyleCnt="0"/>
      <dgm:spPr/>
    </dgm:pt>
    <dgm:pt modelId="{A7E0D42F-ED30-44EF-A215-2906FE6CFABF}" type="pres">
      <dgm:prSet presAssocID="{F6610F34-D64E-4CAA-854A-3B44F5368FE8}" presName="childText" presStyleLbl="conFgAcc1" presStyleIdx="4" presStyleCnt="6">
        <dgm:presLayoutVars>
          <dgm:bulletEnabled val="1"/>
        </dgm:presLayoutVars>
      </dgm:prSet>
      <dgm:spPr/>
    </dgm:pt>
    <dgm:pt modelId="{5D83D7C3-6E5C-4269-8A0F-B0DB1A3078CE}" type="pres">
      <dgm:prSet presAssocID="{ECA5DC6C-47D4-4711-9D9F-BBE9CBCA2BE1}" presName="spaceBetweenRectangles" presStyleCnt="0"/>
      <dgm:spPr/>
    </dgm:pt>
    <dgm:pt modelId="{14D0ABEA-50D3-4C5B-8AB0-6A688D812343}" type="pres">
      <dgm:prSet presAssocID="{C398CB3F-0F27-4F3C-A67D-3F11603033A0}" presName="parentLin" presStyleCnt="0"/>
      <dgm:spPr/>
    </dgm:pt>
    <dgm:pt modelId="{1B209DB0-DFFF-4528-A128-F302A606470D}" type="pres">
      <dgm:prSet presAssocID="{C398CB3F-0F27-4F3C-A67D-3F11603033A0}" presName="parentLeftMargin" presStyleLbl="node1" presStyleIdx="4" presStyleCnt="6"/>
      <dgm:spPr/>
    </dgm:pt>
    <dgm:pt modelId="{067DC689-5B87-4DD2-BFC1-9881594F99F1}" type="pres">
      <dgm:prSet presAssocID="{C398CB3F-0F27-4F3C-A67D-3F11603033A0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78209595-60DA-4FCF-BC24-AFA5346D41C8}" type="pres">
      <dgm:prSet presAssocID="{C398CB3F-0F27-4F3C-A67D-3F11603033A0}" presName="negativeSpace" presStyleCnt="0"/>
      <dgm:spPr/>
    </dgm:pt>
    <dgm:pt modelId="{649C22A1-5DA2-454E-805D-76EE6E54E87A}" type="pres">
      <dgm:prSet presAssocID="{C398CB3F-0F27-4F3C-A67D-3F11603033A0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0F8D1B00-0FBA-427E-A4E7-C800AA83B674}" srcId="{4CD4CF3A-C757-4047-A4FC-938F43D0A950}" destId="{65054419-565E-4E6D-B569-9825EE0C0F4B}" srcOrd="0" destOrd="0" parTransId="{1B35BBD3-4D08-4318-A24F-56EC029E0836}" sibTransId="{6AD2DB1B-720A-4BA1-B776-AACA859420FF}"/>
    <dgm:cxn modelId="{E61CDA03-33DF-48BA-9321-07A55CEBF17A}" type="presOf" srcId="{D17F20CF-9AE9-4B3A-93BA-BC101723CAF2}" destId="{928C6464-887A-4882-BC87-133F0A470BC4}" srcOrd="0" destOrd="2" presId="urn:microsoft.com/office/officeart/2005/8/layout/list1"/>
    <dgm:cxn modelId="{59D23D11-CD4C-4BD5-918A-E84A9FE5BDA5}" srcId="{4CD4CF3A-C757-4047-A4FC-938F43D0A950}" destId="{D17F20CF-9AE9-4B3A-93BA-BC101723CAF2}" srcOrd="1" destOrd="0" parTransId="{43068787-B68B-4BDD-8FB0-22BEE66AA292}" sibTransId="{BC0E3BD0-7843-4B30-BDC8-10FFB2BA0946}"/>
    <dgm:cxn modelId="{92745917-64C0-4F99-957F-C1CE81B84134}" srcId="{A827F06F-5153-43A1-85C5-B91E7EB5BCCB}" destId="{C398CB3F-0F27-4F3C-A67D-3F11603033A0}" srcOrd="5" destOrd="0" parTransId="{4FD3162A-EF47-431F-8E4E-81CFB25634E1}" sibTransId="{965723F8-D7B5-41D6-A9C4-2AEAAEA3AE4A}"/>
    <dgm:cxn modelId="{266D4618-EFAA-43EE-BBA0-F7DC4429549C}" srcId="{F6610F34-D64E-4CAA-854A-3B44F5368FE8}" destId="{B5CE32A0-93AE-4885-9BD7-8D696816DB77}" srcOrd="0" destOrd="0" parTransId="{E6631B30-C2C2-4AAB-B616-561E9C4E5F34}" sibTransId="{AB2F38D9-0909-48D7-9B9A-A7E3D31D70E2}"/>
    <dgm:cxn modelId="{89FC041B-F8A6-4B76-9019-7FD0CA382997}" srcId="{C398CB3F-0F27-4F3C-A67D-3F11603033A0}" destId="{D367B314-72D1-4121-A15A-858D93B26709}" srcOrd="0" destOrd="0" parTransId="{F158979D-2967-4F9F-9433-6907D229BC6F}" sibTransId="{547E6707-0CC7-48B1-8EE7-BE264C50A6B6}"/>
    <dgm:cxn modelId="{FBB3D822-4DE6-4930-AC61-6F94DEE157ED}" type="presOf" srcId="{0138442E-3049-48A9-B3F9-C48F1E1BD3F0}" destId="{521D8427-9B9E-4720-BA49-EB6D50D9C36F}" srcOrd="0" destOrd="2" presId="urn:microsoft.com/office/officeart/2005/8/layout/list1"/>
    <dgm:cxn modelId="{F8F05D26-3120-411E-AF63-FB33A0C32D69}" srcId="{A827F06F-5153-43A1-85C5-B91E7EB5BCCB}" destId="{2AD90BD9-2390-4452-A1DD-B94F2D0977DD}" srcOrd="1" destOrd="0" parTransId="{C8506AF1-8DBA-4545-B30F-26BCC87C1816}" sibTransId="{C8977535-2335-44AB-A7EB-C217418C1EC2}"/>
    <dgm:cxn modelId="{C4315126-C90A-496D-8878-6D7664968740}" srcId="{A827F06F-5153-43A1-85C5-B91E7EB5BCCB}" destId="{2C2B7F81-742E-466E-A18C-728E4280A1E0}" srcOrd="3" destOrd="0" parTransId="{F4629C3C-AE72-451B-9BF4-F23C522F8E63}" sibTransId="{B9A640A2-8041-41FC-A207-301192BD5CB1}"/>
    <dgm:cxn modelId="{80573927-16D1-4307-AF01-524256B2B8A6}" type="presOf" srcId="{46CF71A7-7AD9-4AAC-B2E3-66C32334E794}" destId="{928C6464-887A-4882-BC87-133F0A470BC4}" srcOrd="0" destOrd="4" presId="urn:microsoft.com/office/officeart/2005/8/layout/list1"/>
    <dgm:cxn modelId="{33F39427-C374-4D3B-8730-B0AB14778F44}" type="presOf" srcId="{F12D8370-8E0B-4088-8C7D-49FA90A64CA2}" destId="{A9DE5B5D-6E50-4DAF-8C59-DBE8C9A7D045}" srcOrd="0" destOrd="0" presId="urn:microsoft.com/office/officeart/2005/8/layout/list1"/>
    <dgm:cxn modelId="{AF6E062B-F9A5-48F8-B1E2-5D26C7CC81B6}" srcId="{5B156DC1-A59B-43B9-BA80-ED7E68C0E0A8}" destId="{50128F37-57A8-40CB-9716-E46F6B2C36D4}" srcOrd="2" destOrd="0" parTransId="{ED47723B-663F-45BC-AD9D-AF705862E12C}" sibTransId="{F5E80BEC-4B2D-4B15-B565-2D6221CA46FE}"/>
    <dgm:cxn modelId="{31CE2733-CF64-4F6E-8BC8-372B022711FD}" type="presOf" srcId="{A827F06F-5153-43A1-85C5-B91E7EB5BCCB}" destId="{DFBF1891-B524-47EA-8F3A-AA9466C19BE5}" srcOrd="0" destOrd="0" presId="urn:microsoft.com/office/officeart/2005/8/layout/list1"/>
    <dgm:cxn modelId="{571A4B33-09F8-4937-8C11-402E9A27DDCE}" type="presOf" srcId="{FA50793A-6BBB-4001-B27B-CF9BA00072DC}" destId="{8DE7C810-ACFA-4E2C-AAE6-57538DA29AD9}" srcOrd="0" destOrd="0" presId="urn:microsoft.com/office/officeart/2005/8/layout/list1"/>
    <dgm:cxn modelId="{CB20FF36-848A-4424-9531-589DA04DC642}" type="presOf" srcId="{2C2B7F81-742E-466E-A18C-728E4280A1E0}" destId="{425E47B1-BFA7-4AB4-B0AF-8711D606AD99}" srcOrd="0" destOrd="0" presId="urn:microsoft.com/office/officeart/2005/8/layout/list1"/>
    <dgm:cxn modelId="{6337B75F-C9DA-426C-A321-88A668A1CF45}" srcId="{2AD90BD9-2390-4452-A1DD-B94F2D0977DD}" destId="{73A32FD1-09B2-4C45-9EF1-BD5D884BE5E5}" srcOrd="1" destOrd="0" parTransId="{1377EB52-F779-4B12-96C3-F87C50724643}" sibTransId="{14DF50C6-B931-4D0B-BAE1-CBD05089C51F}"/>
    <dgm:cxn modelId="{C8802260-4C5D-4CBA-ADA8-C38880470F50}" type="presOf" srcId="{D367B314-72D1-4121-A15A-858D93B26709}" destId="{649C22A1-5DA2-454E-805D-76EE6E54E87A}" srcOrd="0" destOrd="0" presId="urn:microsoft.com/office/officeart/2005/8/layout/list1"/>
    <dgm:cxn modelId="{E8D27B60-6EEE-4DC0-84D6-30471608C0D7}" type="presOf" srcId="{77BC363F-372F-4129-B3AC-F11709A2FB33}" destId="{2E708721-0044-4F3F-90BC-9CFDB03C6EF7}" srcOrd="0" destOrd="0" presId="urn:microsoft.com/office/officeart/2005/8/layout/list1"/>
    <dgm:cxn modelId="{B91C9561-9E6D-4293-B7B7-71787E408274}" srcId="{A827F06F-5153-43A1-85C5-B91E7EB5BCCB}" destId="{F12D8370-8E0B-4088-8C7D-49FA90A64CA2}" srcOrd="0" destOrd="0" parTransId="{81DA7168-8590-4E3D-B004-ABB0A31AF5FB}" sibTransId="{DDB6073C-ECCB-48B2-AD6E-59844B5BD2B7}"/>
    <dgm:cxn modelId="{7DE55B67-D02C-499C-8BD4-3784BF8451A6}" srcId="{FA50793A-6BBB-4001-B27B-CF9BA00072DC}" destId="{77BC363F-372F-4129-B3AC-F11709A2FB33}" srcOrd="0" destOrd="0" parTransId="{8695B674-A6E0-45EF-A3E6-61701D155F67}" sibTransId="{424347C8-AE58-4791-AB32-8EE7C031BD1A}"/>
    <dgm:cxn modelId="{399C9C49-575E-43E1-AF71-98EFE090A3ED}" type="presOf" srcId="{5B156DC1-A59B-43B9-BA80-ED7E68C0E0A8}" destId="{5F2D9987-5E56-42D4-8749-F7D390274B68}" srcOrd="0" destOrd="1" presId="urn:microsoft.com/office/officeart/2005/8/layout/list1"/>
    <dgm:cxn modelId="{8DC3DF49-F78D-462F-A65D-6F80C8AA30B4}" srcId="{2AD90BD9-2390-4452-A1DD-B94F2D0977DD}" destId="{0138442E-3049-48A9-B3F9-C48F1E1BD3F0}" srcOrd="2" destOrd="0" parTransId="{80726920-71B4-421B-BE12-DAD460F6B8C3}" sibTransId="{EE8CAB6D-7C0B-44F5-BD8B-4251A50E3092}"/>
    <dgm:cxn modelId="{7CE1A26C-483F-40EF-8152-EA0B237B233B}" type="presOf" srcId="{E13985A2-3727-45BD-B62C-3C316E712699}" destId="{5F2D9987-5E56-42D4-8749-F7D390274B68}" srcOrd="0" destOrd="2" presId="urn:microsoft.com/office/officeart/2005/8/layout/list1"/>
    <dgm:cxn modelId="{67850A6F-60EB-4E71-8B05-F086EA3AC247}" type="presOf" srcId="{4CD4CF3A-C757-4047-A4FC-938F43D0A950}" destId="{928C6464-887A-4882-BC87-133F0A470BC4}" srcOrd="0" destOrd="0" presId="urn:microsoft.com/office/officeart/2005/8/layout/list1"/>
    <dgm:cxn modelId="{ABBD955A-DB50-4AB7-B8CD-44845B2CDBEE}" srcId="{2C2B7F81-742E-466E-A18C-728E4280A1E0}" destId="{44CD53B8-F858-47D9-B354-CF004A36D5A9}" srcOrd="0" destOrd="0" parTransId="{C3ADF02D-4F63-4EB1-9DE9-75C9E8CF08DF}" sibTransId="{68FEF606-11CB-41D8-9150-8D969B7EED76}"/>
    <dgm:cxn modelId="{FE2DE77D-F197-4199-A439-014D494105F0}" type="presOf" srcId="{2AD90BD9-2390-4452-A1DD-B94F2D0977DD}" destId="{7229DBDA-868C-4836-93E2-FF5D45D2FC5E}" srcOrd="0" destOrd="0" presId="urn:microsoft.com/office/officeart/2005/8/layout/list1"/>
    <dgm:cxn modelId="{13641581-78C8-4D4F-85BF-38E05258E382}" srcId="{A827F06F-5153-43A1-85C5-B91E7EB5BCCB}" destId="{FA50793A-6BBB-4001-B27B-CF9BA00072DC}" srcOrd="2" destOrd="0" parTransId="{4B2163A5-DA90-4C4A-BECC-6EF6D4E81BEF}" sibTransId="{C0E889CC-99E9-485A-84C9-620FB25BB130}"/>
    <dgm:cxn modelId="{6293B785-009A-49F6-91D8-DA4D96D02668}" srcId="{2C2B7F81-742E-466E-A18C-728E4280A1E0}" destId="{5B156DC1-A59B-43B9-BA80-ED7E68C0E0A8}" srcOrd="1" destOrd="0" parTransId="{5C417B2B-0624-4C66-9A15-CEFDDA2D239A}" sibTransId="{C33E1DC7-E349-4E5D-9F01-83725184A02C}"/>
    <dgm:cxn modelId="{12BBA88A-1CAE-49B9-BE4F-89203FB4DFEB}" type="presOf" srcId="{F12D8370-8E0B-4088-8C7D-49FA90A64CA2}" destId="{EE0D5E33-CBF8-4F41-B032-7A93D30B75E0}" srcOrd="1" destOrd="0" presId="urn:microsoft.com/office/officeart/2005/8/layout/list1"/>
    <dgm:cxn modelId="{CF1C348D-AB7C-41D4-9816-08C3C321E635}" srcId="{5B156DC1-A59B-43B9-BA80-ED7E68C0E0A8}" destId="{29E134DF-E05F-4DAE-9C0E-CB6951B74C9F}" srcOrd="1" destOrd="0" parTransId="{864FF611-5E7E-4E95-B0F4-C5A637AD4AD7}" sibTransId="{D04C701A-6F90-4320-AC71-3472DBAEE856}"/>
    <dgm:cxn modelId="{203A0F8E-6D65-4F10-9702-7520F32E16A0}" type="presOf" srcId="{44CD53B8-F858-47D9-B354-CF004A36D5A9}" destId="{5F2D9987-5E56-42D4-8749-F7D390274B68}" srcOrd="0" destOrd="0" presId="urn:microsoft.com/office/officeart/2005/8/layout/list1"/>
    <dgm:cxn modelId="{17731C93-44CD-4899-9AEB-CD53977B9F87}" type="presOf" srcId="{2AD90BD9-2390-4452-A1DD-B94F2D0977DD}" destId="{3C050DAF-0504-4EB1-AEFC-2F2FC3B1FBED}" srcOrd="1" destOrd="0" presId="urn:microsoft.com/office/officeart/2005/8/layout/list1"/>
    <dgm:cxn modelId="{F0A2C393-5C11-466A-B9B0-F76B4309863B}" type="presOf" srcId="{65054419-565E-4E6D-B569-9825EE0C0F4B}" destId="{928C6464-887A-4882-BC87-133F0A470BC4}" srcOrd="0" destOrd="1" presId="urn:microsoft.com/office/officeart/2005/8/layout/list1"/>
    <dgm:cxn modelId="{BE625395-DF4A-437C-8676-86D375BEDF1B}" type="presOf" srcId="{F2056D49-F6BE-4A62-BBB9-A809283967B0}" destId="{928C6464-887A-4882-BC87-133F0A470BC4}" srcOrd="0" destOrd="5" presId="urn:microsoft.com/office/officeart/2005/8/layout/list1"/>
    <dgm:cxn modelId="{B05CC997-2A4B-4367-B471-3526DB9F58AE}" type="presOf" srcId="{C398CB3F-0F27-4F3C-A67D-3F11603033A0}" destId="{1B209DB0-DFFF-4528-A128-F302A606470D}" srcOrd="0" destOrd="0" presId="urn:microsoft.com/office/officeart/2005/8/layout/list1"/>
    <dgm:cxn modelId="{0AA9399B-580E-4DA8-AC3B-3383EA5236C7}" type="presOf" srcId="{04B34298-7123-4E14-8207-A0DF13E847EB}" destId="{928C6464-887A-4882-BC87-133F0A470BC4}" srcOrd="0" destOrd="3" presId="urn:microsoft.com/office/officeart/2005/8/layout/list1"/>
    <dgm:cxn modelId="{F333459E-47C4-4807-9469-C7793A8F7A74}" type="presOf" srcId="{50128F37-57A8-40CB-9716-E46F6B2C36D4}" destId="{5F2D9987-5E56-42D4-8749-F7D390274B68}" srcOrd="0" destOrd="4" presId="urn:microsoft.com/office/officeart/2005/8/layout/list1"/>
    <dgm:cxn modelId="{5F1573A0-2382-4002-91C1-BEE96EF375B7}" type="presOf" srcId="{D8435CEE-7011-44D1-9828-8208399CFD65}" destId="{521D8427-9B9E-4720-BA49-EB6D50D9C36F}" srcOrd="0" destOrd="0" presId="urn:microsoft.com/office/officeart/2005/8/layout/list1"/>
    <dgm:cxn modelId="{26F1DFA2-5240-491B-B25C-96CFE8101216}" srcId="{F12D8370-8E0B-4088-8C7D-49FA90A64CA2}" destId="{4CD4CF3A-C757-4047-A4FC-938F43D0A950}" srcOrd="0" destOrd="0" parTransId="{69E76E0C-F021-48CE-947B-ED5DA94DF66D}" sibTransId="{91394E8E-A1FD-45AA-883E-8EA087C8FA3E}"/>
    <dgm:cxn modelId="{BE1A20AB-8A1B-473C-B457-B8CF7D725800}" srcId="{4CD4CF3A-C757-4047-A4FC-938F43D0A950}" destId="{04B34298-7123-4E14-8207-A0DF13E847EB}" srcOrd="2" destOrd="0" parTransId="{F40FE1E9-5B9A-4AD1-979F-0C3F6053F6F3}" sibTransId="{E56E21F4-ADB3-43B2-AA25-58F98C819C94}"/>
    <dgm:cxn modelId="{2758C3AD-9E91-4E90-A5A0-11A9526720A6}" type="presOf" srcId="{2C2B7F81-742E-466E-A18C-728E4280A1E0}" destId="{49509030-2949-4440-878F-D4DA509AECBE}" srcOrd="1" destOrd="0" presId="urn:microsoft.com/office/officeart/2005/8/layout/list1"/>
    <dgm:cxn modelId="{615DBEB2-518D-4F48-B568-D450EFBE4A66}" type="presOf" srcId="{C398CB3F-0F27-4F3C-A67D-3F11603033A0}" destId="{067DC689-5B87-4DD2-BFC1-9881594F99F1}" srcOrd="1" destOrd="0" presId="urn:microsoft.com/office/officeart/2005/8/layout/list1"/>
    <dgm:cxn modelId="{18C5EEB2-2CE4-4C7C-A504-D9CEFDD155A3}" srcId="{F12D8370-8E0B-4088-8C7D-49FA90A64CA2}" destId="{F2056D49-F6BE-4A62-BBB9-A809283967B0}" srcOrd="2" destOrd="0" parTransId="{28920022-89BD-49E4-A5DD-FFF7ECFBB664}" sibTransId="{5B71B65E-0591-42C7-BC7E-3A6B40251C35}"/>
    <dgm:cxn modelId="{191C7AB5-5F49-4707-835D-EAC40C2058C4}" type="presOf" srcId="{73A32FD1-09B2-4C45-9EF1-BD5D884BE5E5}" destId="{521D8427-9B9E-4720-BA49-EB6D50D9C36F}" srcOrd="0" destOrd="1" presId="urn:microsoft.com/office/officeart/2005/8/layout/list1"/>
    <dgm:cxn modelId="{4BC0D8BD-6984-4206-93B6-C259D3DBA79F}" type="presOf" srcId="{F6610F34-D64E-4CAA-854A-3B44F5368FE8}" destId="{29D28D72-2BB8-4E51-B895-6088C1C6F964}" srcOrd="1" destOrd="0" presId="urn:microsoft.com/office/officeart/2005/8/layout/list1"/>
    <dgm:cxn modelId="{E6686EC4-3A16-4A8A-B122-03793CC52DA1}" srcId="{2AD90BD9-2390-4452-A1DD-B94F2D0977DD}" destId="{D8435CEE-7011-44D1-9828-8208399CFD65}" srcOrd="0" destOrd="0" parTransId="{3B16F07B-3900-4252-902E-654B906E2D73}" sibTransId="{E23EF1ED-F4FC-4113-AF4F-17ECF9DB3AC8}"/>
    <dgm:cxn modelId="{776F98C6-11B3-424C-9E59-3C8CB21DCD93}" srcId="{A827F06F-5153-43A1-85C5-B91E7EB5BCCB}" destId="{F6610F34-D64E-4CAA-854A-3B44F5368FE8}" srcOrd="4" destOrd="0" parTransId="{A23EE6B2-136F-41AA-8B83-963636E74F58}" sibTransId="{ECA5DC6C-47D4-4711-9D9F-BBE9CBCA2BE1}"/>
    <dgm:cxn modelId="{E71A7DD6-52D0-424E-B362-B27A4D7018D7}" srcId="{F12D8370-8E0B-4088-8C7D-49FA90A64CA2}" destId="{46CF71A7-7AD9-4AAC-B2E3-66C32334E794}" srcOrd="1" destOrd="0" parTransId="{C76996AD-71D6-4691-B07C-2EF406744DB7}" sibTransId="{F003118D-719F-4DC6-9E69-CA96F0D2376F}"/>
    <dgm:cxn modelId="{DB7939DB-F991-457C-8032-B9EBD1C76AB0}" type="presOf" srcId="{F6610F34-D64E-4CAA-854A-3B44F5368FE8}" destId="{233C3BC6-73E7-48B1-A0E0-A2EA261FCD87}" srcOrd="0" destOrd="0" presId="urn:microsoft.com/office/officeart/2005/8/layout/list1"/>
    <dgm:cxn modelId="{F5E7F4DC-2099-4830-9BB5-3C569C5DDFDE}" type="presOf" srcId="{29E134DF-E05F-4DAE-9C0E-CB6951B74C9F}" destId="{5F2D9987-5E56-42D4-8749-F7D390274B68}" srcOrd="0" destOrd="3" presId="urn:microsoft.com/office/officeart/2005/8/layout/list1"/>
    <dgm:cxn modelId="{A16838E3-B48A-4876-B765-9CE127B93630}" type="presOf" srcId="{FA50793A-6BBB-4001-B27B-CF9BA00072DC}" destId="{DFB92263-3BAD-4B13-941B-9A92168D3C67}" srcOrd="1" destOrd="0" presId="urn:microsoft.com/office/officeart/2005/8/layout/list1"/>
    <dgm:cxn modelId="{448E34FE-AF64-4EA0-B343-1D77BDC26184}" type="presOf" srcId="{B5CE32A0-93AE-4885-9BD7-8D696816DB77}" destId="{A7E0D42F-ED30-44EF-A215-2906FE6CFABF}" srcOrd="0" destOrd="0" presId="urn:microsoft.com/office/officeart/2005/8/layout/list1"/>
    <dgm:cxn modelId="{756CBFFE-B349-4517-B465-D84B18EA5564}" srcId="{5B156DC1-A59B-43B9-BA80-ED7E68C0E0A8}" destId="{E13985A2-3727-45BD-B62C-3C316E712699}" srcOrd="0" destOrd="0" parTransId="{01B3D9D4-7D82-4659-96D8-E1AB7D9125E7}" sibTransId="{E2CB9BF5-8BFD-4765-B284-CE6618AB56B7}"/>
    <dgm:cxn modelId="{4867A44F-E817-434B-AC5A-845766E5955F}" type="presParOf" srcId="{DFBF1891-B524-47EA-8F3A-AA9466C19BE5}" destId="{FDB8C450-0CFC-43C2-A3D5-A5E7FDECC891}" srcOrd="0" destOrd="0" presId="urn:microsoft.com/office/officeart/2005/8/layout/list1"/>
    <dgm:cxn modelId="{0227EF11-ECA0-4E15-B21F-AEC1C1978736}" type="presParOf" srcId="{FDB8C450-0CFC-43C2-A3D5-A5E7FDECC891}" destId="{A9DE5B5D-6E50-4DAF-8C59-DBE8C9A7D045}" srcOrd="0" destOrd="0" presId="urn:microsoft.com/office/officeart/2005/8/layout/list1"/>
    <dgm:cxn modelId="{7E89AB75-AEC1-462F-885E-657CD860BE31}" type="presParOf" srcId="{FDB8C450-0CFC-43C2-A3D5-A5E7FDECC891}" destId="{EE0D5E33-CBF8-4F41-B032-7A93D30B75E0}" srcOrd="1" destOrd="0" presId="urn:microsoft.com/office/officeart/2005/8/layout/list1"/>
    <dgm:cxn modelId="{361E0F4C-3353-49C1-99F2-141143C2D90C}" type="presParOf" srcId="{DFBF1891-B524-47EA-8F3A-AA9466C19BE5}" destId="{705CD1E6-D170-437F-B5B2-A1931A20CB26}" srcOrd="1" destOrd="0" presId="urn:microsoft.com/office/officeart/2005/8/layout/list1"/>
    <dgm:cxn modelId="{BBC3C9C7-3526-48A7-859A-22A964226CD4}" type="presParOf" srcId="{DFBF1891-B524-47EA-8F3A-AA9466C19BE5}" destId="{928C6464-887A-4882-BC87-133F0A470BC4}" srcOrd="2" destOrd="0" presId="urn:microsoft.com/office/officeart/2005/8/layout/list1"/>
    <dgm:cxn modelId="{5CE00E0B-3EBC-4ABA-AD54-B023DE7D2731}" type="presParOf" srcId="{DFBF1891-B524-47EA-8F3A-AA9466C19BE5}" destId="{736A89D0-1CB3-4C3A-AFFE-5B6AAD1C955B}" srcOrd="3" destOrd="0" presId="urn:microsoft.com/office/officeart/2005/8/layout/list1"/>
    <dgm:cxn modelId="{365457DF-C909-4070-B66F-C2A24ED1A990}" type="presParOf" srcId="{DFBF1891-B524-47EA-8F3A-AA9466C19BE5}" destId="{3A5A6498-5157-4CAC-A4B2-4DB3D3A30678}" srcOrd="4" destOrd="0" presId="urn:microsoft.com/office/officeart/2005/8/layout/list1"/>
    <dgm:cxn modelId="{88ACCA9F-0345-4983-B4C6-F044C1B1852C}" type="presParOf" srcId="{3A5A6498-5157-4CAC-A4B2-4DB3D3A30678}" destId="{7229DBDA-868C-4836-93E2-FF5D45D2FC5E}" srcOrd="0" destOrd="0" presId="urn:microsoft.com/office/officeart/2005/8/layout/list1"/>
    <dgm:cxn modelId="{D425E3A0-E292-4116-BD28-FD36427F3BFB}" type="presParOf" srcId="{3A5A6498-5157-4CAC-A4B2-4DB3D3A30678}" destId="{3C050DAF-0504-4EB1-AEFC-2F2FC3B1FBED}" srcOrd="1" destOrd="0" presId="urn:microsoft.com/office/officeart/2005/8/layout/list1"/>
    <dgm:cxn modelId="{7C19A577-CD3D-408C-9D55-9EF30FE1C95C}" type="presParOf" srcId="{DFBF1891-B524-47EA-8F3A-AA9466C19BE5}" destId="{2A62F551-1824-4BDF-9E54-160D75EEB4B6}" srcOrd="5" destOrd="0" presId="urn:microsoft.com/office/officeart/2005/8/layout/list1"/>
    <dgm:cxn modelId="{CEA2FCB6-535A-4782-91FF-15A32E5BBAC3}" type="presParOf" srcId="{DFBF1891-B524-47EA-8F3A-AA9466C19BE5}" destId="{521D8427-9B9E-4720-BA49-EB6D50D9C36F}" srcOrd="6" destOrd="0" presId="urn:microsoft.com/office/officeart/2005/8/layout/list1"/>
    <dgm:cxn modelId="{311CB357-5238-4610-8F26-23796F9B502D}" type="presParOf" srcId="{DFBF1891-B524-47EA-8F3A-AA9466C19BE5}" destId="{F8AEAD2F-22D7-44CD-90FC-011408A07958}" srcOrd="7" destOrd="0" presId="urn:microsoft.com/office/officeart/2005/8/layout/list1"/>
    <dgm:cxn modelId="{33E5371A-D88C-44F5-BC04-63A5F611D447}" type="presParOf" srcId="{DFBF1891-B524-47EA-8F3A-AA9466C19BE5}" destId="{98772431-EC8A-4FD0-84CF-54EF4C874EE6}" srcOrd="8" destOrd="0" presId="urn:microsoft.com/office/officeart/2005/8/layout/list1"/>
    <dgm:cxn modelId="{34D03C4E-E1E9-4F68-BBDD-A1CC19C377E8}" type="presParOf" srcId="{98772431-EC8A-4FD0-84CF-54EF4C874EE6}" destId="{8DE7C810-ACFA-4E2C-AAE6-57538DA29AD9}" srcOrd="0" destOrd="0" presId="urn:microsoft.com/office/officeart/2005/8/layout/list1"/>
    <dgm:cxn modelId="{09CA0490-5DB5-47CA-8225-CCDE4C33251E}" type="presParOf" srcId="{98772431-EC8A-4FD0-84CF-54EF4C874EE6}" destId="{DFB92263-3BAD-4B13-941B-9A92168D3C67}" srcOrd="1" destOrd="0" presId="urn:microsoft.com/office/officeart/2005/8/layout/list1"/>
    <dgm:cxn modelId="{09EC42DA-0079-4FEA-8601-BE53E23E165F}" type="presParOf" srcId="{DFBF1891-B524-47EA-8F3A-AA9466C19BE5}" destId="{CBD1C639-EAE1-4A31-B4C8-60DA97E64CBC}" srcOrd="9" destOrd="0" presId="urn:microsoft.com/office/officeart/2005/8/layout/list1"/>
    <dgm:cxn modelId="{3BB40ED8-E250-46D4-BD84-197128DD21CF}" type="presParOf" srcId="{DFBF1891-B524-47EA-8F3A-AA9466C19BE5}" destId="{2E708721-0044-4F3F-90BC-9CFDB03C6EF7}" srcOrd="10" destOrd="0" presId="urn:microsoft.com/office/officeart/2005/8/layout/list1"/>
    <dgm:cxn modelId="{D17EC763-039D-4088-8BC2-197F06A2F89D}" type="presParOf" srcId="{DFBF1891-B524-47EA-8F3A-AA9466C19BE5}" destId="{8E8C2342-5842-4AA8-B024-1439CD665CC3}" srcOrd="11" destOrd="0" presId="urn:microsoft.com/office/officeart/2005/8/layout/list1"/>
    <dgm:cxn modelId="{3BA2009A-0F7C-429D-9E5B-4BA7669F38EE}" type="presParOf" srcId="{DFBF1891-B524-47EA-8F3A-AA9466C19BE5}" destId="{DF8E2B37-4E08-4F4B-9424-006C2B6D63D9}" srcOrd="12" destOrd="0" presId="urn:microsoft.com/office/officeart/2005/8/layout/list1"/>
    <dgm:cxn modelId="{6EC8C281-8AFB-432B-B621-E53F88008F4C}" type="presParOf" srcId="{DF8E2B37-4E08-4F4B-9424-006C2B6D63D9}" destId="{425E47B1-BFA7-4AB4-B0AF-8711D606AD99}" srcOrd="0" destOrd="0" presId="urn:microsoft.com/office/officeart/2005/8/layout/list1"/>
    <dgm:cxn modelId="{E19C8B87-D77D-4071-80C3-14DA92B69D24}" type="presParOf" srcId="{DF8E2B37-4E08-4F4B-9424-006C2B6D63D9}" destId="{49509030-2949-4440-878F-D4DA509AECBE}" srcOrd="1" destOrd="0" presId="urn:microsoft.com/office/officeart/2005/8/layout/list1"/>
    <dgm:cxn modelId="{C25E0BAC-2546-467B-AEDE-A12BCE959582}" type="presParOf" srcId="{DFBF1891-B524-47EA-8F3A-AA9466C19BE5}" destId="{1657D562-39F0-4D26-BEB2-0D72A4275ABF}" srcOrd="13" destOrd="0" presId="urn:microsoft.com/office/officeart/2005/8/layout/list1"/>
    <dgm:cxn modelId="{43F4C8FB-220D-488A-9FEF-47240BE46181}" type="presParOf" srcId="{DFBF1891-B524-47EA-8F3A-AA9466C19BE5}" destId="{5F2D9987-5E56-42D4-8749-F7D390274B68}" srcOrd="14" destOrd="0" presId="urn:microsoft.com/office/officeart/2005/8/layout/list1"/>
    <dgm:cxn modelId="{23B17FD9-1F49-4F9C-82DB-7BD5E13130B9}" type="presParOf" srcId="{DFBF1891-B524-47EA-8F3A-AA9466C19BE5}" destId="{4A2D4331-B7B4-4AFD-8B81-E2864BB243E9}" srcOrd="15" destOrd="0" presId="urn:microsoft.com/office/officeart/2005/8/layout/list1"/>
    <dgm:cxn modelId="{E08D17B2-E3D6-4532-808E-ABA191490673}" type="presParOf" srcId="{DFBF1891-B524-47EA-8F3A-AA9466C19BE5}" destId="{7E93D1DB-D0DB-4792-8C94-9189FA538777}" srcOrd="16" destOrd="0" presId="urn:microsoft.com/office/officeart/2005/8/layout/list1"/>
    <dgm:cxn modelId="{09AD1691-563D-4128-8C84-B91729404F41}" type="presParOf" srcId="{7E93D1DB-D0DB-4792-8C94-9189FA538777}" destId="{233C3BC6-73E7-48B1-A0E0-A2EA261FCD87}" srcOrd="0" destOrd="0" presId="urn:microsoft.com/office/officeart/2005/8/layout/list1"/>
    <dgm:cxn modelId="{14D0CD26-250F-4554-9099-40083CBEC0DF}" type="presParOf" srcId="{7E93D1DB-D0DB-4792-8C94-9189FA538777}" destId="{29D28D72-2BB8-4E51-B895-6088C1C6F964}" srcOrd="1" destOrd="0" presId="urn:microsoft.com/office/officeart/2005/8/layout/list1"/>
    <dgm:cxn modelId="{783D548A-4702-4924-97DA-B17A28EBB05F}" type="presParOf" srcId="{DFBF1891-B524-47EA-8F3A-AA9466C19BE5}" destId="{242AA707-C9C3-4BB8-A1B9-2C3718B334C6}" srcOrd="17" destOrd="0" presId="urn:microsoft.com/office/officeart/2005/8/layout/list1"/>
    <dgm:cxn modelId="{86819F0F-3CB3-4B70-AED9-F6D5F428027C}" type="presParOf" srcId="{DFBF1891-B524-47EA-8F3A-AA9466C19BE5}" destId="{A7E0D42F-ED30-44EF-A215-2906FE6CFABF}" srcOrd="18" destOrd="0" presId="urn:microsoft.com/office/officeart/2005/8/layout/list1"/>
    <dgm:cxn modelId="{E8E6D6C8-A3C1-49AC-8A45-B6E47A705031}" type="presParOf" srcId="{DFBF1891-B524-47EA-8F3A-AA9466C19BE5}" destId="{5D83D7C3-6E5C-4269-8A0F-B0DB1A3078CE}" srcOrd="19" destOrd="0" presId="urn:microsoft.com/office/officeart/2005/8/layout/list1"/>
    <dgm:cxn modelId="{69EE75EA-8184-4D8D-8385-CF2DC6440D1D}" type="presParOf" srcId="{DFBF1891-B524-47EA-8F3A-AA9466C19BE5}" destId="{14D0ABEA-50D3-4C5B-8AB0-6A688D812343}" srcOrd="20" destOrd="0" presId="urn:microsoft.com/office/officeart/2005/8/layout/list1"/>
    <dgm:cxn modelId="{FC8D12CA-FCEF-472D-A9D6-7C554D3D7BBB}" type="presParOf" srcId="{14D0ABEA-50D3-4C5B-8AB0-6A688D812343}" destId="{1B209DB0-DFFF-4528-A128-F302A606470D}" srcOrd="0" destOrd="0" presId="urn:microsoft.com/office/officeart/2005/8/layout/list1"/>
    <dgm:cxn modelId="{3800BB74-4A66-4B44-8491-5B1A4C2D4D84}" type="presParOf" srcId="{14D0ABEA-50D3-4C5B-8AB0-6A688D812343}" destId="{067DC689-5B87-4DD2-BFC1-9881594F99F1}" srcOrd="1" destOrd="0" presId="urn:microsoft.com/office/officeart/2005/8/layout/list1"/>
    <dgm:cxn modelId="{B3E9CECE-E190-4C77-AD22-D9FA1105F99C}" type="presParOf" srcId="{DFBF1891-B524-47EA-8F3A-AA9466C19BE5}" destId="{78209595-60DA-4FCF-BC24-AFA5346D41C8}" srcOrd="21" destOrd="0" presId="urn:microsoft.com/office/officeart/2005/8/layout/list1"/>
    <dgm:cxn modelId="{1B65D8F3-254A-459D-93CF-5244A440E1FF}" type="presParOf" srcId="{DFBF1891-B524-47EA-8F3A-AA9466C19BE5}" destId="{649C22A1-5DA2-454E-805D-76EE6E54E87A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E823E5-CE73-4A94-A9DE-5E4356C67762}" type="doc">
      <dgm:prSet loTypeId="urn:microsoft.com/office/officeart/2005/8/layout/radial3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nb-NO"/>
        </a:p>
      </dgm:t>
    </dgm:pt>
    <dgm:pt modelId="{8B8D581B-7034-4042-88A9-AC09CD024B7E}">
      <dgm:prSet phldrT="[Text]"/>
      <dgm:spPr/>
      <dgm:t>
        <a:bodyPr/>
        <a:lstStyle/>
        <a:p>
          <a:r>
            <a:rPr lang="nb-NO" b="1" dirty="0"/>
            <a:t>DMF</a:t>
          </a:r>
        </a:p>
      </dgm:t>
    </dgm:pt>
    <dgm:pt modelId="{2ECDBEDD-AC5A-424D-926E-0242497D6343}" type="parTrans" cxnId="{0849AC79-7940-4492-9160-A4BC0E7432CD}">
      <dgm:prSet/>
      <dgm:spPr/>
      <dgm:t>
        <a:bodyPr/>
        <a:lstStyle/>
        <a:p>
          <a:endParaRPr lang="nb-NO"/>
        </a:p>
      </dgm:t>
    </dgm:pt>
    <dgm:pt modelId="{AB3D4A61-AD56-41C9-AF91-07DA132E8060}" type="sibTrans" cxnId="{0849AC79-7940-4492-9160-A4BC0E7432CD}">
      <dgm:prSet/>
      <dgm:spPr/>
      <dgm:t>
        <a:bodyPr/>
        <a:lstStyle/>
        <a:p>
          <a:endParaRPr lang="nb-NO"/>
        </a:p>
      </dgm:t>
    </dgm:pt>
    <dgm:pt modelId="{A74D0977-789F-4DF1-8F90-1EB04B644660}">
      <dgm:prSet phldrT="[Text]"/>
      <dgm:spPr/>
      <dgm:t>
        <a:bodyPr/>
        <a:lstStyle/>
        <a:p>
          <a:r>
            <a:rPr lang="nb-NO" b="1" dirty="0"/>
            <a:t>Data </a:t>
          </a:r>
          <a:r>
            <a:rPr lang="en-US" b="1" noProof="0" dirty="0"/>
            <a:t>migration</a:t>
          </a:r>
        </a:p>
      </dgm:t>
    </dgm:pt>
    <dgm:pt modelId="{7C8178ED-AD5B-44EB-A890-1B511EEB892F}" type="parTrans" cxnId="{5EE8BB59-116A-4B87-AB0B-7DDCD8C810F0}">
      <dgm:prSet/>
      <dgm:spPr/>
      <dgm:t>
        <a:bodyPr/>
        <a:lstStyle/>
        <a:p>
          <a:endParaRPr lang="nb-NO"/>
        </a:p>
      </dgm:t>
    </dgm:pt>
    <dgm:pt modelId="{7688DD50-F373-4D34-BD2E-D0E78B443854}" type="sibTrans" cxnId="{5EE8BB59-116A-4B87-AB0B-7DDCD8C810F0}">
      <dgm:prSet/>
      <dgm:spPr/>
      <dgm:t>
        <a:bodyPr/>
        <a:lstStyle/>
        <a:p>
          <a:endParaRPr lang="nb-NO"/>
        </a:p>
      </dgm:t>
    </dgm:pt>
    <dgm:pt modelId="{BBB6C3F6-9A8A-40C2-87DE-84241F450507}">
      <dgm:prSet phldrT="[Text]"/>
      <dgm:spPr/>
      <dgm:t>
        <a:bodyPr/>
        <a:lstStyle/>
        <a:p>
          <a:r>
            <a:rPr lang="nb-NO" b="1" dirty="0"/>
            <a:t>Integration</a:t>
          </a:r>
        </a:p>
      </dgm:t>
    </dgm:pt>
    <dgm:pt modelId="{47E4FD10-A974-4452-B924-295990A5675A}" type="parTrans" cxnId="{292581A3-1D16-48EC-A762-9131AD71125A}">
      <dgm:prSet/>
      <dgm:spPr/>
      <dgm:t>
        <a:bodyPr/>
        <a:lstStyle/>
        <a:p>
          <a:endParaRPr lang="nb-NO"/>
        </a:p>
      </dgm:t>
    </dgm:pt>
    <dgm:pt modelId="{85A21B7B-412C-45CD-A252-68373CF15321}" type="sibTrans" cxnId="{292581A3-1D16-48EC-A762-9131AD71125A}">
      <dgm:prSet/>
      <dgm:spPr/>
      <dgm:t>
        <a:bodyPr/>
        <a:lstStyle/>
        <a:p>
          <a:endParaRPr lang="nb-NO"/>
        </a:p>
      </dgm:t>
    </dgm:pt>
    <dgm:pt modelId="{50E98992-5AF1-4A34-9BBD-B5F0C2A49D46}">
      <dgm:prSet phldrT="[Text]"/>
      <dgm:spPr/>
      <dgm:t>
        <a:bodyPr/>
        <a:lstStyle/>
        <a:p>
          <a:r>
            <a:rPr lang="en-US" b="1" noProof="0" dirty="0"/>
            <a:t>Power BI</a:t>
          </a:r>
        </a:p>
      </dgm:t>
    </dgm:pt>
    <dgm:pt modelId="{2A8CA8DB-AED9-498C-B668-A289E6306FE8}" type="parTrans" cxnId="{C6F5A8F6-BF05-4DB3-9805-E0733267DCF2}">
      <dgm:prSet/>
      <dgm:spPr/>
      <dgm:t>
        <a:bodyPr/>
        <a:lstStyle/>
        <a:p>
          <a:endParaRPr lang="nb-NO"/>
        </a:p>
      </dgm:t>
    </dgm:pt>
    <dgm:pt modelId="{849EF979-DBA9-43F3-848B-D6E97D279CBE}" type="sibTrans" cxnId="{C6F5A8F6-BF05-4DB3-9805-E0733267DCF2}">
      <dgm:prSet/>
      <dgm:spPr/>
      <dgm:t>
        <a:bodyPr/>
        <a:lstStyle/>
        <a:p>
          <a:endParaRPr lang="nb-NO"/>
        </a:p>
      </dgm:t>
    </dgm:pt>
    <dgm:pt modelId="{95B52985-14B0-4600-8264-9CB8CE2BED0B}">
      <dgm:prSet phldrT="[Text]"/>
      <dgm:spPr/>
      <dgm:t>
        <a:bodyPr/>
        <a:lstStyle/>
        <a:p>
          <a:r>
            <a:rPr lang="en-US" b="1" noProof="1"/>
            <a:t>Configurations</a:t>
          </a:r>
        </a:p>
      </dgm:t>
    </dgm:pt>
    <dgm:pt modelId="{9EA46439-437A-4BDC-A522-756807900DE7}" type="parTrans" cxnId="{852FEB29-29C0-45A7-81E3-5DB9DF16AD82}">
      <dgm:prSet/>
      <dgm:spPr/>
      <dgm:t>
        <a:bodyPr/>
        <a:lstStyle/>
        <a:p>
          <a:endParaRPr lang="nb-NO"/>
        </a:p>
      </dgm:t>
    </dgm:pt>
    <dgm:pt modelId="{B4FE82CE-EC8A-4A15-857E-6CE5180A77CF}" type="sibTrans" cxnId="{852FEB29-29C0-45A7-81E3-5DB9DF16AD82}">
      <dgm:prSet/>
      <dgm:spPr/>
      <dgm:t>
        <a:bodyPr/>
        <a:lstStyle/>
        <a:p>
          <a:endParaRPr lang="nb-NO"/>
        </a:p>
      </dgm:t>
    </dgm:pt>
    <dgm:pt modelId="{8BB1D90D-3131-46F7-BDFE-CA407A8BC67C}">
      <dgm:prSet phldrT="[Text]"/>
      <dgm:spPr/>
      <dgm:t>
        <a:bodyPr/>
        <a:lstStyle/>
        <a:p>
          <a:r>
            <a:rPr lang="nb-NO" b="1" dirty="0"/>
            <a:t>Apps</a:t>
          </a:r>
        </a:p>
      </dgm:t>
    </dgm:pt>
    <dgm:pt modelId="{F1C6F2E8-18AB-4821-9FBB-4210B04054BB}" type="parTrans" cxnId="{97041CD8-8287-410A-9846-DF76D122B3DF}">
      <dgm:prSet/>
      <dgm:spPr/>
      <dgm:t>
        <a:bodyPr/>
        <a:lstStyle/>
        <a:p>
          <a:endParaRPr lang="nb-NO"/>
        </a:p>
      </dgm:t>
    </dgm:pt>
    <dgm:pt modelId="{7CB26847-D48A-4AB5-8441-62A30BDFB63E}" type="sibTrans" cxnId="{97041CD8-8287-410A-9846-DF76D122B3DF}">
      <dgm:prSet/>
      <dgm:spPr/>
      <dgm:t>
        <a:bodyPr/>
        <a:lstStyle/>
        <a:p>
          <a:endParaRPr lang="nb-NO"/>
        </a:p>
      </dgm:t>
    </dgm:pt>
    <dgm:pt modelId="{1E046A3C-C0FE-4B9A-BCEE-96270CEB0489}">
      <dgm:prSet phldrT="[Text]"/>
      <dgm:spPr/>
      <dgm:t>
        <a:bodyPr/>
        <a:lstStyle/>
        <a:p>
          <a:r>
            <a:rPr lang="nb-NO" b="1" dirty="0"/>
            <a:t>Automation</a:t>
          </a:r>
        </a:p>
      </dgm:t>
    </dgm:pt>
    <dgm:pt modelId="{5FC5ACBD-F9E9-40A0-8C06-DB12C54506E3}" type="parTrans" cxnId="{914C7579-73C0-4B75-896A-4FED94B1CCF4}">
      <dgm:prSet/>
      <dgm:spPr/>
      <dgm:t>
        <a:bodyPr/>
        <a:lstStyle/>
        <a:p>
          <a:endParaRPr lang="en-US"/>
        </a:p>
      </dgm:t>
    </dgm:pt>
    <dgm:pt modelId="{0E1A02EF-CB44-4D3B-A387-7FD14226D6CA}" type="sibTrans" cxnId="{914C7579-73C0-4B75-896A-4FED94B1CCF4}">
      <dgm:prSet/>
      <dgm:spPr/>
      <dgm:t>
        <a:bodyPr/>
        <a:lstStyle/>
        <a:p>
          <a:endParaRPr lang="en-US"/>
        </a:p>
      </dgm:t>
    </dgm:pt>
    <dgm:pt modelId="{69842A46-393D-40D7-9FE4-CC49DE9D2ACD}">
      <dgm:prSet phldrT="[Text]"/>
      <dgm:spPr/>
      <dgm:t>
        <a:bodyPr/>
        <a:lstStyle/>
        <a:p>
          <a:r>
            <a:rPr lang="nb-NO" b="1" dirty="0"/>
            <a:t>Reporting</a:t>
          </a:r>
        </a:p>
      </dgm:t>
    </dgm:pt>
    <dgm:pt modelId="{B7B38C07-47DC-487F-B963-1E0B2836CCF0}" type="parTrans" cxnId="{0A02D5EA-FBC4-4452-B3C5-E9A94C2164A5}">
      <dgm:prSet/>
      <dgm:spPr/>
      <dgm:t>
        <a:bodyPr/>
        <a:lstStyle/>
        <a:p>
          <a:endParaRPr lang="en-US"/>
        </a:p>
      </dgm:t>
    </dgm:pt>
    <dgm:pt modelId="{C43C74C5-0C22-4354-9926-962907F77C63}" type="sibTrans" cxnId="{0A02D5EA-FBC4-4452-B3C5-E9A94C2164A5}">
      <dgm:prSet/>
      <dgm:spPr/>
      <dgm:t>
        <a:bodyPr/>
        <a:lstStyle/>
        <a:p>
          <a:endParaRPr lang="en-US"/>
        </a:p>
      </dgm:t>
    </dgm:pt>
    <dgm:pt modelId="{C49881F9-1B64-4F6F-B353-F6718E39CD9A}">
      <dgm:prSet phldrT="[Text]"/>
      <dgm:spPr/>
      <dgm:t>
        <a:bodyPr/>
        <a:lstStyle/>
        <a:p>
          <a:r>
            <a:rPr lang="nb-NO" b="1" dirty="0"/>
            <a:t>Excel</a:t>
          </a:r>
        </a:p>
      </dgm:t>
    </dgm:pt>
    <dgm:pt modelId="{32CE098E-5DFD-499B-B54E-49E1241AE659}" type="parTrans" cxnId="{BCF666F9-EE80-4F32-AE45-9280395FDA8B}">
      <dgm:prSet/>
      <dgm:spPr/>
      <dgm:t>
        <a:bodyPr/>
        <a:lstStyle/>
        <a:p>
          <a:endParaRPr lang="en-US"/>
        </a:p>
      </dgm:t>
    </dgm:pt>
    <dgm:pt modelId="{8BCFA971-E0D3-4530-8CDF-9084DA8C0DEC}" type="sibTrans" cxnId="{BCF666F9-EE80-4F32-AE45-9280395FDA8B}">
      <dgm:prSet/>
      <dgm:spPr/>
      <dgm:t>
        <a:bodyPr/>
        <a:lstStyle/>
        <a:p>
          <a:endParaRPr lang="en-US"/>
        </a:p>
      </dgm:t>
    </dgm:pt>
    <dgm:pt modelId="{A78B95E7-FB39-47DE-ABD1-10F6F24B7E54}" type="pres">
      <dgm:prSet presAssocID="{5FE823E5-CE73-4A94-A9DE-5E4356C67762}" presName="composite" presStyleCnt="0">
        <dgm:presLayoutVars>
          <dgm:chMax val="1"/>
          <dgm:dir/>
          <dgm:resizeHandles val="exact"/>
        </dgm:presLayoutVars>
      </dgm:prSet>
      <dgm:spPr/>
    </dgm:pt>
    <dgm:pt modelId="{E39FA2CA-0735-42A8-B56C-22B3EFCD16BB}" type="pres">
      <dgm:prSet presAssocID="{5FE823E5-CE73-4A94-A9DE-5E4356C67762}" presName="radial" presStyleCnt="0">
        <dgm:presLayoutVars>
          <dgm:animLvl val="ctr"/>
        </dgm:presLayoutVars>
      </dgm:prSet>
      <dgm:spPr/>
    </dgm:pt>
    <dgm:pt modelId="{7876301A-CB09-4E6E-969E-F2C18A5F473D}" type="pres">
      <dgm:prSet presAssocID="{8B8D581B-7034-4042-88A9-AC09CD024B7E}" presName="centerShape" presStyleLbl="vennNode1" presStyleIdx="0" presStyleCnt="9"/>
      <dgm:spPr/>
    </dgm:pt>
    <dgm:pt modelId="{43035616-FA4F-43B0-A2F3-3CCF56A196F6}" type="pres">
      <dgm:prSet presAssocID="{A74D0977-789F-4DF1-8F90-1EB04B644660}" presName="node" presStyleLbl="vennNode1" presStyleIdx="1" presStyleCnt="9">
        <dgm:presLayoutVars>
          <dgm:bulletEnabled val="1"/>
        </dgm:presLayoutVars>
      </dgm:prSet>
      <dgm:spPr/>
    </dgm:pt>
    <dgm:pt modelId="{5EB1B587-BE64-4073-9CA1-322660013998}" type="pres">
      <dgm:prSet presAssocID="{BBB6C3F6-9A8A-40C2-87DE-84241F450507}" presName="node" presStyleLbl="vennNode1" presStyleIdx="2" presStyleCnt="9">
        <dgm:presLayoutVars>
          <dgm:bulletEnabled val="1"/>
        </dgm:presLayoutVars>
      </dgm:prSet>
      <dgm:spPr/>
    </dgm:pt>
    <dgm:pt modelId="{31A82C73-1E76-4D0E-B66E-06F69F3F2550}" type="pres">
      <dgm:prSet presAssocID="{50E98992-5AF1-4A34-9BBD-B5F0C2A49D46}" presName="node" presStyleLbl="vennNode1" presStyleIdx="3" presStyleCnt="9">
        <dgm:presLayoutVars>
          <dgm:bulletEnabled val="1"/>
        </dgm:presLayoutVars>
      </dgm:prSet>
      <dgm:spPr/>
    </dgm:pt>
    <dgm:pt modelId="{F70FDED5-B4CF-4341-B4CD-281BF73D7E01}" type="pres">
      <dgm:prSet presAssocID="{95B52985-14B0-4600-8264-9CB8CE2BED0B}" presName="node" presStyleLbl="vennNode1" presStyleIdx="4" presStyleCnt="9">
        <dgm:presLayoutVars>
          <dgm:bulletEnabled val="1"/>
        </dgm:presLayoutVars>
      </dgm:prSet>
      <dgm:spPr/>
    </dgm:pt>
    <dgm:pt modelId="{A48CCAC7-6C29-4A2F-A633-478017CD00BA}" type="pres">
      <dgm:prSet presAssocID="{8BB1D90D-3131-46F7-BDFE-CA407A8BC67C}" presName="node" presStyleLbl="vennNode1" presStyleIdx="5" presStyleCnt="9">
        <dgm:presLayoutVars>
          <dgm:bulletEnabled val="1"/>
        </dgm:presLayoutVars>
      </dgm:prSet>
      <dgm:spPr/>
    </dgm:pt>
    <dgm:pt modelId="{726156AD-4F93-472E-883B-9FDC598B81A8}" type="pres">
      <dgm:prSet presAssocID="{1E046A3C-C0FE-4B9A-BCEE-96270CEB0489}" presName="node" presStyleLbl="vennNode1" presStyleIdx="6" presStyleCnt="9">
        <dgm:presLayoutVars>
          <dgm:bulletEnabled val="1"/>
        </dgm:presLayoutVars>
      </dgm:prSet>
      <dgm:spPr/>
    </dgm:pt>
    <dgm:pt modelId="{9DD60876-D3DC-43B9-836D-EABA8B6F533C}" type="pres">
      <dgm:prSet presAssocID="{69842A46-393D-40D7-9FE4-CC49DE9D2ACD}" presName="node" presStyleLbl="vennNode1" presStyleIdx="7" presStyleCnt="9">
        <dgm:presLayoutVars>
          <dgm:bulletEnabled val="1"/>
        </dgm:presLayoutVars>
      </dgm:prSet>
      <dgm:spPr/>
    </dgm:pt>
    <dgm:pt modelId="{AFD61D3C-31DC-485E-BD49-A069A53A39B8}" type="pres">
      <dgm:prSet presAssocID="{C49881F9-1B64-4F6F-B353-F6718E39CD9A}" presName="node" presStyleLbl="vennNode1" presStyleIdx="8" presStyleCnt="9">
        <dgm:presLayoutVars>
          <dgm:bulletEnabled val="1"/>
        </dgm:presLayoutVars>
      </dgm:prSet>
      <dgm:spPr/>
    </dgm:pt>
  </dgm:ptLst>
  <dgm:cxnLst>
    <dgm:cxn modelId="{567BA00B-46CF-464A-A8E2-06F2464DA133}" type="presOf" srcId="{A74D0977-789F-4DF1-8F90-1EB04B644660}" destId="{43035616-FA4F-43B0-A2F3-3CCF56A196F6}" srcOrd="0" destOrd="0" presId="urn:microsoft.com/office/officeart/2005/8/layout/radial3"/>
    <dgm:cxn modelId="{A5246614-C4EC-4539-B637-BFC4FF1E010D}" type="presOf" srcId="{50E98992-5AF1-4A34-9BBD-B5F0C2A49D46}" destId="{31A82C73-1E76-4D0E-B66E-06F69F3F2550}" srcOrd="0" destOrd="0" presId="urn:microsoft.com/office/officeart/2005/8/layout/radial3"/>
    <dgm:cxn modelId="{852FEB29-29C0-45A7-81E3-5DB9DF16AD82}" srcId="{8B8D581B-7034-4042-88A9-AC09CD024B7E}" destId="{95B52985-14B0-4600-8264-9CB8CE2BED0B}" srcOrd="3" destOrd="0" parTransId="{9EA46439-437A-4BDC-A522-756807900DE7}" sibTransId="{B4FE82CE-EC8A-4A15-857E-6CE5180A77CF}"/>
    <dgm:cxn modelId="{090BF341-CC99-4080-BD81-9F0B776FA104}" type="presOf" srcId="{95B52985-14B0-4600-8264-9CB8CE2BED0B}" destId="{F70FDED5-B4CF-4341-B4CD-281BF73D7E01}" srcOrd="0" destOrd="0" presId="urn:microsoft.com/office/officeart/2005/8/layout/radial3"/>
    <dgm:cxn modelId="{3BA7B762-F3AB-4AED-BB02-F9F9F4032319}" type="presOf" srcId="{8BB1D90D-3131-46F7-BDFE-CA407A8BC67C}" destId="{A48CCAC7-6C29-4A2F-A633-478017CD00BA}" srcOrd="0" destOrd="0" presId="urn:microsoft.com/office/officeart/2005/8/layout/radial3"/>
    <dgm:cxn modelId="{774A5275-0A94-4AC4-9A6C-04F6B4E7703D}" type="presOf" srcId="{C49881F9-1B64-4F6F-B353-F6718E39CD9A}" destId="{AFD61D3C-31DC-485E-BD49-A069A53A39B8}" srcOrd="0" destOrd="0" presId="urn:microsoft.com/office/officeart/2005/8/layout/radial3"/>
    <dgm:cxn modelId="{914C7579-73C0-4B75-896A-4FED94B1CCF4}" srcId="{8B8D581B-7034-4042-88A9-AC09CD024B7E}" destId="{1E046A3C-C0FE-4B9A-BCEE-96270CEB0489}" srcOrd="5" destOrd="0" parTransId="{5FC5ACBD-F9E9-40A0-8C06-DB12C54506E3}" sibTransId="{0E1A02EF-CB44-4D3B-A387-7FD14226D6CA}"/>
    <dgm:cxn modelId="{0849AC79-7940-4492-9160-A4BC0E7432CD}" srcId="{5FE823E5-CE73-4A94-A9DE-5E4356C67762}" destId="{8B8D581B-7034-4042-88A9-AC09CD024B7E}" srcOrd="0" destOrd="0" parTransId="{2ECDBEDD-AC5A-424D-926E-0242497D6343}" sibTransId="{AB3D4A61-AD56-41C9-AF91-07DA132E8060}"/>
    <dgm:cxn modelId="{5EE8BB59-116A-4B87-AB0B-7DDCD8C810F0}" srcId="{8B8D581B-7034-4042-88A9-AC09CD024B7E}" destId="{A74D0977-789F-4DF1-8F90-1EB04B644660}" srcOrd="0" destOrd="0" parTransId="{7C8178ED-AD5B-44EB-A890-1B511EEB892F}" sibTransId="{7688DD50-F373-4D34-BD2E-D0E78B443854}"/>
    <dgm:cxn modelId="{292581A3-1D16-48EC-A762-9131AD71125A}" srcId="{8B8D581B-7034-4042-88A9-AC09CD024B7E}" destId="{BBB6C3F6-9A8A-40C2-87DE-84241F450507}" srcOrd="1" destOrd="0" parTransId="{47E4FD10-A974-4452-B924-295990A5675A}" sibTransId="{85A21B7B-412C-45CD-A252-68373CF15321}"/>
    <dgm:cxn modelId="{ADB869A5-6BEB-4784-9805-390BE181622D}" type="presOf" srcId="{8B8D581B-7034-4042-88A9-AC09CD024B7E}" destId="{7876301A-CB09-4E6E-969E-F2C18A5F473D}" srcOrd="0" destOrd="0" presId="urn:microsoft.com/office/officeart/2005/8/layout/radial3"/>
    <dgm:cxn modelId="{1117CFC1-AC47-49A2-8C53-EED5150E5952}" type="presOf" srcId="{69842A46-393D-40D7-9FE4-CC49DE9D2ACD}" destId="{9DD60876-D3DC-43B9-836D-EABA8B6F533C}" srcOrd="0" destOrd="0" presId="urn:microsoft.com/office/officeart/2005/8/layout/radial3"/>
    <dgm:cxn modelId="{54177EC6-3BE9-4702-AD13-A9ECC3294011}" type="presOf" srcId="{BBB6C3F6-9A8A-40C2-87DE-84241F450507}" destId="{5EB1B587-BE64-4073-9CA1-322660013998}" srcOrd="0" destOrd="0" presId="urn:microsoft.com/office/officeart/2005/8/layout/radial3"/>
    <dgm:cxn modelId="{504CB3D4-5EE9-4B02-88E9-35D3640E1711}" type="presOf" srcId="{1E046A3C-C0FE-4B9A-BCEE-96270CEB0489}" destId="{726156AD-4F93-472E-883B-9FDC598B81A8}" srcOrd="0" destOrd="0" presId="urn:microsoft.com/office/officeart/2005/8/layout/radial3"/>
    <dgm:cxn modelId="{97041CD8-8287-410A-9846-DF76D122B3DF}" srcId="{8B8D581B-7034-4042-88A9-AC09CD024B7E}" destId="{8BB1D90D-3131-46F7-BDFE-CA407A8BC67C}" srcOrd="4" destOrd="0" parTransId="{F1C6F2E8-18AB-4821-9FBB-4210B04054BB}" sibTransId="{7CB26847-D48A-4AB5-8441-62A30BDFB63E}"/>
    <dgm:cxn modelId="{972ADEE3-297F-47D5-A5C8-782C7BF07282}" type="presOf" srcId="{5FE823E5-CE73-4A94-A9DE-5E4356C67762}" destId="{A78B95E7-FB39-47DE-ABD1-10F6F24B7E54}" srcOrd="0" destOrd="0" presId="urn:microsoft.com/office/officeart/2005/8/layout/radial3"/>
    <dgm:cxn modelId="{0A02D5EA-FBC4-4452-B3C5-E9A94C2164A5}" srcId="{8B8D581B-7034-4042-88A9-AC09CD024B7E}" destId="{69842A46-393D-40D7-9FE4-CC49DE9D2ACD}" srcOrd="6" destOrd="0" parTransId="{B7B38C07-47DC-487F-B963-1E0B2836CCF0}" sibTransId="{C43C74C5-0C22-4354-9926-962907F77C63}"/>
    <dgm:cxn modelId="{C6F5A8F6-BF05-4DB3-9805-E0733267DCF2}" srcId="{8B8D581B-7034-4042-88A9-AC09CD024B7E}" destId="{50E98992-5AF1-4A34-9BBD-B5F0C2A49D46}" srcOrd="2" destOrd="0" parTransId="{2A8CA8DB-AED9-498C-B668-A289E6306FE8}" sibTransId="{849EF979-DBA9-43F3-848B-D6E97D279CBE}"/>
    <dgm:cxn modelId="{BCF666F9-EE80-4F32-AE45-9280395FDA8B}" srcId="{8B8D581B-7034-4042-88A9-AC09CD024B7E}" destId="{C49881F9-1B64-4F6F-B353-F6718E39CD9A}" srcOrd="7" destOrd="0" parTransId="{32CE098E-5DFD-499B-B54E-49E1241AE659}" sibTransId="{8BCFA971-E0D3-4530-8CDF-9084DA8C0DEC}"/>
    <dgm:cxn modelId="{95A45967-A002-4ACB-BF6A-C19B0B451479}" type="presParOf" srcId="{A78B95E7-FB39-47DE-ABD1-10F6F24B7E54}" destId="{E39FA2CA-0735-42A8-B56C-22B3EFCD16BB}" srcOrd="0" destOrd="0" presId="urn:microsoft.com/office/officeart/2005/8/layout/radial3"/>
    <dgm:cxn modelId="{C0D0696A-6D40-41BE-B999-99B168F5F959}" type="presParOf" srcId="{E39FA2CA-0735-42A8-B56C-22B3EFCD16BB}" destId="{7876301A-CB09-4E6E-969E-F2C18A5F473D}" srcOrd="0" destOrd="0" presId="urn:microsoft.com/office/officeart/2005/8/layout/radial3"/>
    <dgm:cxn modelId="{F11BE6EC-5846-411D-8B67-BF2C0A1657EC}" type="presParOf" srcId="{E39FA2CA-0735-42A8-B56C-22B3EFCD16BB}" destId="{43035616-FA4F-43B0-A2F3-3CCF56A196F6}" srcOrd="1" destOrd="0" presId="urn:microsoft.com/office/officeart/2005/8/layout/radial3"/>
    <dgm:cxn modelId="{5551C29D-2DED-4532-B223-2A111D081FAE}" type="presParOf" srcId="{E39FA2CA-0735-42A8-B56C-22B3EFCD16BB}" destId="{5EB1B587-BE64-4073-9CA1-322660013998}" srcOrd="2" destOrd="0" presId="urn:microsoft.com/office/officeart/2005/8/layout/radial3"/>
    <dgm:cxn modelId="{D30FB210-0BE7-46B0-A5A8-B9117AB89849}" type="presParOf" srcId="{E39FA2CA-0735-42A8-B56C-22B3EFCD16BB}" destId="{31A82C73-1E76-4D0E-B66E-06F69F3F2550}" srcOrd="3" destOrd="0" presId="urn:microsoft.com/office/officeart/2005/8/layout/radial3"/>
    <dgm:cxn modelId="{0F742D16-8044-46CA-A770-71E87C791B85}" type="presParOf" srcId="{E39FA2CA-0735-42A8-B56C-22B3EFCD16BB}" destId="{F70FDED5-B4CF-4341-B4CD-281BF73D7E01}" srcOrd="4" destOrd="0" presId="urn:microsoft.com/office/officeart/2005/8/layout/radial3"/>
    <dgm:cxn modelId="{5BA9DD6E-4649-4849-A47E-12A3E093B888}" type="presParOf" srcId="{E39FA2CA-0735-42A8-B56C-22B3EFCD16BB}" destId="{A48CCAC7-6C29-4A2F-A633-478017CD00BA}" srcOrd="5" destOrd="0" presId="urn:microsoft.com/office/officeart/2005/8/layout/radial3"/>
    <dgm:cxn modelId="{3643001A-D88C-4997-976C-5AA4E3DA28FF}" type="presParOf" srcId="{E39FA2CA-0735-42A8-B56C-22B3EFCD16BB}" destId="{726156AD-4F93-472E-883B-9FDC598B81A8}" srcOrd="6" destOrd="0" presId="urn:microsoft.com/office/officeart/2005/8/layout/radial3"/>
    <dgm:cxn modelId="{F9474B0D-0484-43EA-882C-BB8D2DFF4651}" type="presParOf" srcId="{E39FA2CA-0735-42A8-B56C-22B3EFCD16BB}" destId="{9DD60876-D3DC-43B9-836D-EABA8B6F533C}" srcOrd="7" destOrd="0" presId="urn:microsoft.com/office/officeart/2005/8/layout/radial3"/>
    <dgm:cxn modelId="{7DDC63C1-9F7B-4AF1-A0DD-3EB88FF3DC2A}" type="presParOf" srcId="{E39FA2CA-0735-42A8-B56C-22B3EFCD16BB}" destId="{AFD61D3C-31DC-485E-BD49-A069A53A39B8}" srcOrd="8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76301A-CB09-4E6E-969E-F2C18A5F473D}">
      <dsp:nvSpPr>
        <dsp:cNvPr id="0" name=""/>
        <dsp:cNvSpPr/>
      </dsp:nvSpPr>
      <dsp:spPr>
        <a:xfrm>
          <a:off x="2247178" y="1020233"/>
          <a:ext cx="2541633" cy="2541633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5800" b="1" kern="1200" dirty="0"/>
            <a:t>DMF</a:t>
          </a:r>
        </a:p>
      </dsp:txBody>
      <dsp:txXfrm>
        <a:off x="2619392" y="1392447"/>
        <a:ext cx="1797205" cy="1797205"/>
      </dsp:txXfrm>
    </dsp:sp>
    <dsp:sp modelId="{43035616-FA4F-43B0-A2F3-3CCF56A196F6}">
      <dsp:nvSpPr>
        <dsp:cNvPr id="0" name=""/>
        <dsp:cNvSpPr/>
      </dsp:nvSpPr>
      <dsp:spPr>
        <a:xfrm>
          <a:off x="2882587" y="453"/>
          <a:ext cx="1270816" cy="1270816"/>
        </a:xfrm>
        <a:prstGeom prst="ellipse">
          <a:avLst/>
        </a:prstGeom>
        <a:solidFill>
          <a:schemeClr val="accent5">
            <a:alpha val="50000"/>
            <a:hueOff val="-1714894"/>
            <a:satOff val="4861"/>
            <a:lumOff val="3848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900" b="1" kern="1200" dirty="0"/>
            <a:t>Data </a:t>
          </a:r>
          <a:r>
            <a:rPr lang="en-US" sz="900" b="1" kern="1200" noProof="0" dirty="0"/>
            <a:t>migration</a:t>
          </a:r>
        </a:p>
      </dsp:txBody>
      <dsp:txXfrm>
        <a:off x="3068694" y="186560"/>
        <a:ext cx="898602" cy="898602"/>
      </dsp:txXfrm>
    </dsp:sp>
    <dsp:sp modelId="{5EB1B587-BE64-4073-9CA1-322660013998}">
      <dsp:nvSpPr>
        <dsp:cNvPr id="0" name=""/>
        <dsp:cNvSpPr/>
      </dsp:nvSpPr>
      <dsp:spPr>
        <a:xfrm>
          <a:off x="4052981" y="485246"/>
          <a:ext cx="1270816" cy="1270816"/>
        </a:xfrm>
        <a:prstGeom prst="ellipse">
          <a:avLst/>
        </a:prstGeom>
        <a:solidFill>
          <a:schemeClr val="accent5">
            <a:alpha val="50000"/>
            <a:hueOff val="-3429789"/>
            <a:satOff val="9721"/>
            <a:lumOff val="7695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900" b="1" kern="1200" dirty="0"/>
            <a:t>Integration</a:t>
          </a:r>
        </a:p>
      </dsp:txBody>
      <dsp:txXfrm>
        <a:off x="4239088" y="671353"/>
        <a:ext cx="898602" cy="898602"/>
      </dsp:txXfrm>
    </dsp:sp>
    <dsp:sp modelId="{31A82C73-1E76-4D0E-B66E-06F69F3F2550}">
      <dsp:nvSpPr>
        <dsp:cNvPr id="0" name=""/>
        <dsp:cNvSpPr/>
      </dsp:nvSpPr>
      <dsp:spPr>
        <a:xfrm>
          <a:off x="4537775" y="1655641"/>
          <a:ext cx="1270816" cy="1270816"/>
        </a:xfrm>
        <a:prstGeom prst="ellipse">
          <a:avLst/>
        </a:prstGeom>
        <a:solidFill>
          <a:schemeClr val="accent5">
            <a:alpha val="50000"/>
            <a:hueOff val="-5144683"/>
            <a:satOff val="14582"/>
            <a:lumOff val="11543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noProof="0" dirty="0"/>
            <a:t>Power BI</a:t>
          </a:r>
        </a:p>
      </dsp:txBody>
      <dsp:txXfrm>
        <a:off x="4723882" y="1841748"/>
        <a:ext cx="898602" cy="898602"/>
      </dsp:txXfrm>
    </dsp:sp>
    <dsp:sp modelId="{F70FDED5-B4CF-4341-B4CD-281BF73D7E01}">
      <dsp:nvSpPr>
        <dsp:cNvPr id="0" name=""/>
        <dsp:cNvSpPr/>
      </dsp:nvSpPr>
      <dsp:spPr>
        <a:xfrm>
          <a:off x="4052981" y="2826036"/>
          <a:ext cx="1270816" cy="1270816"/>
        </a:xfrm>
        <a:prstGeom prst="ellipse">
          <a:avLst/>
        </a:prstGeom>
        <a:solidFill>
          <a:schemeClr val="accent5">
            <a:alpha val="50000"/>
            <a:hueOff val="-6859577"/>
            <a:satOff val="19442"/>
            <a:lumOff val="15391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noProof="1"/>
            <a:t>Configurations</a:t>
          </a:r>
        </a:p>
      </dsp:txBody>
      <dsp:txXfrm>
        <a:off x="4239088" y="3012143"/>
        <a:ext cx="898602" cy="898602"/>
      </dsp:txXfrm>
    </dsp:sp>
    <dsp:sp modelId="{A48CCAC7-6C29-4A2F-A633-478017CD00BA}">
      <dsp:nvSpPr>
        <dsp:cNvPr id="0" name=""/>
        <dsp:cNvSpPr/>
      </dsp:nvSpPr>
      <dsp:spPr>
        <a:xfrm>
          <a:off x="2882587" y="3310829"/>
          <a:ext cx="1270816" cy="1270816"/>
        </a:xfrm>
        <a:prstGeom prst="ellipse">
          <a:avLst/>
        </a:prstGeom>
        <a:solidFill>
          <a:schemeClr val="accent5">
            <a:alpha val="50000"/>
            <a:hueOff val="-8574471"/>
            <a:satOff val="24303"/>
            <a:lumOff val="19239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900" b="1" kern="1200" dirty="0"/>
            <a:t>Apps</a:t>
          </a:r>
        </a:p>
      </dsp:txBody>
      <dsp:txXfrm>
        <a:off x="3068694" y="3496936"/>
        <a:ext cx="898602" cy="898602"/>
      </dsp:txXfrm>
    </dsp:sp>
    <dsp:sp modelId="{726156AD-4F93-472E-883B-9FDC598B81A8}">
      <dsp:nvSpPr>
        <dsp:cNvPr id="0" name=""/>
        <dsp:cNvSpPr/>
      </dsp:nvSpPr>
      <dsp:spPr>
        <a:xfrm>
          <a:off x="1712192" y="2826036"/>
          <a:ext cx="1270816" cy="1270816"/>
        </a:xfrm>
        <a:prstGeom prst="ellipse">
          <a:avLst/>
        </a:prstGeom>
        <a:solidFill>
          <a:schemeClr val="accent5">
            <a:alpha val="50000"/>
            <a:hueOff val="-10289366"/>
            <a:satOff val="29163"/>
            <a:lumOff val="23087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900" b="1" kern="1200" dirty="0"/>
            <a:t>Automation</a:t>
          </a:r>
        </a:p>
      </dsp:txBody>
      <dsp:txXfrm>
        <a:off x="1898299" y="3012143"/>
        <a:ext cx="898602" cy="898602"/>
      </dsp:txXfrm>
    </dsp:sp>
    <dsp:sp modelId="{9DD60876-D3DC-43B9-836D-EABA8B6F533C}">
      <dsp:nvSpPr>
        <dsp:cNvPr id="0" name=""/>
        <dsp:cNvSpPr/>
      </dsp:nvSpPr>
      <dsp:spPr>
        <a:xfrm>
          <a:off x="1227399" y="1655641"/>
          <a:ext cx="1270816" cy="1270816"/>
        </a:xfrm>
        <a:prstGeom prst="ellipse">
          <a:avLst/>
        </a:prstGeom>
        <a:solidFill>
          <a:schemeClr val="accent5">
            <a:alpha val="50000"/>
            <a:hueOff val="-12004260"/>
            <a:satOff val="34024"/>
            <a:lumOff val="26934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900" b="1" kern="1200" dirty="0"/>
            <a:t>Reporting</a:t>
          </a:r>
        </a:p>
      </dsp:txBody>
      <dsp:txXfrm>
        <a:off x="1413506" y="1841748"/>
        <a:ext cx="898602" cy="898602"/>
      </dsp:txXfrm>
    </dsp:sp>
    <dsp:sp modelId="{AFD61D3C-31DC-485E-BD49-A069A53A39B8}">
      <dsp:nvSpPr>
        <dsp:cNvPr id="0" name=""/>
        <dsp:cNvSpPr/>
      </dsp:nvSpPr>
      <dsp:spPr>
        <a:xfrm>
          <a:off x="1712192" y="485246"/>
          <a:ext cx="1270816" cy="1270816"/>
        </a:xfrm>
        <a:prstGeom prst="ellipse">
          <a:avLst/>
        </a:prstGeom>
        <a:solidFill>
          <a:schemeClr val="accent5">
            <a:alpha val="50000"/>
            <a:hueOff val="-13719154"/>
            <a:satOff val="38884"/>
            <a:lumOff val="30782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900" b="1" kern="1200" dirty="0"/>
            <a:t>Excel</a:t>
          </a:r>
        </a:p>
      </dsp:txBody>
      <dsp:txXfrm>
        <a:off x="1898299" y="671353"/>
        <a:ext cx="898602" cy="8986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8C6464-887A-4882-BC87-133F0A470BC4}">
      <dsp:nvSpPr>
        <dsp:cNvPr id="0" name=""/>
        <dsp:cNvSpPr/>
      </dsp:nvSpPr>
      <dsp:spPr>
        <a:xfrm>
          <a:off x="0" y="347284"/>
          <a:ext cx="9266348" cy="1323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19172" tIns="208280" rIns="719172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 noProof="0" dirty="0"/>
            <a:t>Import / Export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 noProof="0" dirty="0"/>
            <a:t>Data Entities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 noProof="0" dirty="0"/>
            <a:t>Template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 noProof="0" dirty="0"/>
            <a:t>Dual-write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nb-NO" sz="1000" b="1" kern="1200" dirty="0"/>
            <a:t>Data Projects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 noProof="0" dirty="0"/>
            <a:t>Job History</a:t>
          </a:r>
        </a:p>
      </dsp:txBody>
      <dsp:txXfrm>
        <a:off x="0" y="347284"/>
        <a:ext cx="9266348" cy="1323000"/>
      </dsp:txXfrm>
    </dsp:sp>
    <dsp:sp modelId="{EE0D5E33-CBF8-4F41-B032-7A93D30B75E0}">
      <dsp:nvSpPr>
        <dsp:cNvPr id="0" name=""/>
        <dsp:cNvSpPr/>
      </dsp:nvSpPr>
      <dsp:spPr>
        <a:xfrm>
          <a:off x="463317" y="199684"/>
          <a:ext cx="6486444" cy="295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9050" h="3175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5172" tIns="0" rIns="245172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000" b="1" kern="1200" dirty="0"/>
            <a:t>Data Management</a:t>
          </a:r>
        </a:p>
      </dsp:txBody>
      <dsp:txXfrm>
        <a:off x="477727" y="214094"/>
        <a:ext cx="6457624" cy="266380"/>
      </dsp:txXfrm>
    </dsp:sp>
    <dsp:sp modelId="{521D8427-9B9E-4720-BA49-EB6D50D9C36F}">
      <dsp:nvSpPr>
        <dsp:cNvPr id="0" name=""/>
        <dsp:cNvSpPr/>
      </dsp:nvSpPr>
      <dsp:spPr>
        <a:xfrm>
          <a:off x="0" y="1871885"/>
          <a:ext cx="9266348" cy="787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19172" tIns="208280" rIns="719172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 noProof="0" dirty="0"/>
            <a:t>Export / Import / Copy into legal entity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 noProof="0" dirty="0"/>
            <a:t>Configure entity to export to database /BYOD /Change tracking(Primary, Entire, Custom)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 noProof="0" dirty="0"/>
            <a:t>Recurring integrations</a:t>
          </a:r>
        </a:p>
      </dsp:txBody>
      <dsp:txXfrm>
        <a:off x="0" y="1871885"/>
        <a:ext cx="9266348" cy="787500"/>
      </dsp:txXfrm>
    </dsp:sp>
    <dsp:sp modelId="{3C050DAF-0504-4EB1-AEFC-2F2FC3B1FBED}">
      <dsp:nvSpPr>
        <dsp:cNvPr id="0" name=""/>
        <dsp:cNvSpPr/>
      </dsp:nvSpPr>
      <dsp:spPr>
        <a:xfrm>
          <a:off x="463317" y="1724285"/>
          <a:ext cx="6486444" cy="2952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9050" h="3175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5172" tIns="0" rIns="245172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noProof="0" dirty="0"/>
            <a:t>Import / Export / Copy</a:t>
          </a:r>
        </a:p>
      </dsp:txBody>
      <dsp:txXfrm>
        <a:off x="477727" y="1738695"/>
        <a:ext cx="6457624" cy="266380"/>
      </dsp:txXfrm>
    </dsp:sp>
    <dsp:sp modelId="{2E708721-0044-4F3F-90BC-9CFDB03C6EF7}">
      <dsp:nvSpPr>
        <dsp:cNvPr id="0" name=""/>
        <dsp:cNvSpPr/>
      </dsp:nvSpPr>
      <dsp:spPr>
        <a:xfrm>
          <a:off x="0" y="2860985"/>
          <a:ext cx="9266348" cy="433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19172" tIns="208280" rIns="719172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0" kern="1200" noProof="0" dirty="0"/>
            <a:t>Data entities with a data package</a:t>
          </a:r>
        </a:p>
      </dsp:txBody>
      <dsp:txXfrm>
        <a:off x="0" y="2860985"/>
        <a:ext cx="9266348" cy="433125"/>
      </dsp:txXfrm>
    </dsp:sp>
    <dsp:sp modelId="{DFB92263-3BAD-4B13-941B-9A92168D3C67}">
      <dsp:nvSpPr>
        <dsp:cNvPr id="0" name=""/>
        <dsp:cNvSpPr/>
      </dsp:nvSpPr>
      <dsp:spPr>
        <a:xfrm>
          <a:off x="463317" y="2713385"/>
          <a:ext cx="6486444" cy="29520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9050" h="3175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5172" tIns="0" rIns="245172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noProof="0" dirty="0"/>
            <a:t>Sequencing</a:t>
          </a:r>
        </a:p>
      </dsp:txBody>
      <dsp:txXfrm>
        <a:off x="477727" y="2727795"/>
        <a:ext cx="6457624" cy="266380"/>
      </dsp:txXfrm>
    </dsp:sp>
    <dsp:sp modelId="{5F2D9987-5E56-42D4-8749-F7D390274B68}">
      <dsp:nvSpPr>
        <dsp:cNvPr id="0" name=""/>
        <dsp:cNvSpPr/>
      </dsp:nvSpPr>
      <dsp:spPr>
        <a:xfrm>
          <a:off x="0" y="3495710"/>
          <a:ext cx="9266348" cy="116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19172" tIns="208280" rIns="719172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 noProof="0" dirty="0"/>
            <a:t>Default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1" kern="1200" noProof="0" dirty="0"/>
            <a:t>Custom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noProof="0" dirty="0"/>
            <a:t>Golden Config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noProof="0" dirty="0"/>
            <a:t>Module</a:t>
          </a:r>
        </a:p>
        <a:p>
          <a:pPr marL="114300" lvl="2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noProof="0" dirty="0"/>
            <a:t>Priority</a:t>
          </a:r>
        </a:p>
      </dsp:txBody>
      <dsp:txXfrm>
        <a:off x="0" y="3495710"/>
        <a:ext cx="9266348" cy="1165500"/>
      </dsp:txXfrm>
    </dsp:sp>
    <dsp:sp modelId="{49509030-2949-4440-878F-D4DA509AECBE}">
      <dsp:nvSpPr>
        <dsp:cNvPr id="0" name=""/>
        <dsp:cNvSpPr/>
      </dsp:nvSpPr>
      <dsp:spPr>
        <a:xfrm>
          <a:off x="463317" y="3348110"/>
          <a:ext cx="6486444" cy="2952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9050" h="3175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5172" tIns="0" rIns="245172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1000" b="1" kern="1200" dirty="0"/>
            <a:t>Templates</a:t>
          </a:r>
        </a:p>
      </dsp:txBody>
      <dsp:txXfrm>
        <a:off x="477727" y="3362520"/>
        <a:ext cx="6457624" cy="266380"/>
      </dsp:txXfrm>
    </dsp:sp>
    <dsp:sp modelId="{A7E0D42F-ED30-44EF-A215-2906FE6CFABF}">
      <dsp:nvSpPr>
        <dsp:cNvPr id="0" name=""/>
        <dsp:cNvSpPr/>
      </dsp:nvSpPr>
      <dsp:spPr>
        <a:xfrm>
          <a:off x="0" y="4862810"/>
          <a:ext cx="9266348" cy="433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19172" tIns="208280" rIns="719172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0" kern="1200" noProof="0" dirty="0"/>
            <a:t>Add criteria</a:t>
          </a:r>
        </a:p>
      </dsp:txBody>
      <dsp:txXfrm>
        <a:off x="0" y="4862810"/>
        <a:ext cx="9266348" cy="433125"/>
      </dsp:txXfrm>
    </dsp:sp>
    <dsp:sp modelId="{29D28D72-2BB8-4E51-B895-6088C1C6F964}">
      <dsp:nvSpPr>
        <dsp:cNvPr id="0" name=""/>
        <dsp:cNvSpPr/>
      </dsp:nvSpPr>
      <dsp:spPr>
        <a:xfrm>
          <a:off x="463317" y="4715210"/>
          <a:ext cx="6486444" cy="29520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9050" h="3175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5172" tIns="0" rIns="245172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noProof="0" dirty="0"/>
            <a:t>Filter</a:t>
          </a:r>
        </a:p>
      </dsp:txBody>
      <dsp:txXfrm>
        <a:off x="477727" y="4729620"/>
        <a:ext cx="6457624" cy="266380"/>
      </dsp:txXfrm>
    </dsp:sp>
    <dsp:sp modelId="{649C22A1-5DA2-454E-805D-76EE6E54E87A}">
      <dsp:nvSpPr>
        <dsp:cNvPr id="0" name=""/>
        <dsp:cNvSpPr/>
      </dsp:nvSpPr>
      <dsp:spPr>
        <a:xfrm>
          <a:off x="0" y="5497535"/>
          <a:ext cx="9266348" cy="433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19172" tIns="208280" rIns="719172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b="0" kern="1200" noProof="0" dirty="0"/>
            <a:t>Remove map for entity field(s)</a:t>
          </a:r>
        </a:p>
      </dsp:txBody>
      <dsp:txXfrm>
        <a:off x="0" y="5497535"/>
        <a:ext cx="9266348" cy="433125"/>
      </dsp:txXfrm>
    </dsp:sp>
    <dsp:sp modelId="{067DC689-5B87-4DD2-BFC1-9881594F99F1}">
      <dsp:nvSpPr>
        <dsp:cNvPr id="0" name=""/>
        <dsp:cNvSpPr/>
      </dsp:nvSpPr>
      <dsp:spPr>
        <a:xfrm>
          <a:off x="463317" y="5349935"/>
          <a:ext cx="6486444" cy="295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4450" dist="13970" dir="5400000" algn="ctr" rotWithShape="0">
            <a:srgbClr val="000000">
              <a:alpha val="45000"/>
            </a:srgbClr>
          </a:outerShdw>
        </a:effectLst>
        <a:scene3d>
          <a:camera prst="orthographicFront">
            <a:rot lat="0" lon="0" rev="0"/>
          </a:camera>
          <a:lightRig rig="twoPt" dir="tl"/>
        </a:scene3d>
        <a:sp3d prstMaterial="flat">
          <a:bevelT w="19050" h="31750" prst="coolSlant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5172" tIns="0" rIns="245172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noProof="0" dirty="0"/>
            <a:t>Mapping</a:t>
          </a:r>
        </a:p>
      </dsp:txBody>
      <dsp:txXfrm>
        <a:off x="477727" y="5364345"/>
        <a:ext cx="6457624" cy="2663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76301A-CB09-4E6E-969E-F2C18A5F473D}">
      <dsp:nvSpPr>
        <dsp:cNvPr id="0" name=""/>
        <dsp:cNvSpPr/>
      </dsp:nvSpPr>
      <dsp:spPr>
        <a:xfrm>
          <a:off x="2247178" y="1020233"/>
          <a:ext cx="2541633" cy="2541633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3660" tIns="73660" rIns="73660" bIns="73660" numCol="1" spcCol="1270" anchor="ctr" anchorCtr="0">
          <a:noAutofit/>
        </a:bodyPr>
        <a:lstStyle/>
        <a:p>
          <a:pPr marL="0" lvl="0" indent="0" algn="ctr" defTabSz="2578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5800" b="1" kern="1200" dirty="0"/>
            <a:t>DMF</a:t>
          </a:r>
        </a:p>
      </dsp:txBody>
      <dsp:txXfrm>
        <a:off x="2619392" y="1392447"/>
        <a:ext cx="1797205" cy="1797205"/>
      </dsp:txXfrm>
    </dsp:sp>
    <dsp:sp modelId="{43035616-FA4F-43B0-A2F3-3CCF56A196F6}">
      <dsp:nvSpPr>
        <dsp:cNvPr id="0" name=""/>
        <dsp:cNvSpPr/>
      </dsp:nvSpPr>
      <dsp:spPr>
        <a:xfrm>
          <a:off x="2882587" y="453"/>
          <a:ext cx="1270816" cy="1270816"/>
        </a:xfrm>
        <a:prstGeom prst="ellipse">
          <a:avLst/>
        </a:prstGeom>
        <a:solidFill>
          <a:schemeClr val="accent5">
            <a:alpha val="50000"/>
            <a:hueOff val="-1714894"/>
            <a:satOff val="4861"/>
            <a:lumOff val="3848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900" b="1" kern="1200" dirty="0"/>
            <a:t>Data </a:t>
          </a:r>
          <a:r>
            <a:rPr lang="en-US" sz="900" b="1" kern="1200" noProof="0" dirty="0"/>
            <a:t>migration</a:t>
          </a:r>
        </a:p>
      </dsp:txBody>
      <dsp:txXfrm>
        <a:off x="3068694" y="186560"/>
        <a:ext cx="898602" cy="898602"/>
      </dsp:txXfrm>
    </dsp:sp>
    <dsp:sp modelId="{5EB1B587-BE64-4073-9CA1-322660013998}">
      <dsp:nvSpPr>
        <dsp:cNvPr id="0" name=""/>
        <dsp:cNvSpPr/>
      </dsp:nvSpPr>
      <dsp:spPr>
        <a:xfrm>
          <a:off x="4052981" y="485246"/>
          <a:ext cx="1270816" cy="1270816"/>
        </a:xfrm>
        <a:prstGeom prst="ellipse">
          <a:avLst/>
        </a:prstGeom>
        <a:solidFill>
          <a:schemeClr val="accent5">
            <a:alpha val="50000"/>
            <a:hueOff val="-3429789"/>
            <a:satOff val="9721"/>
            <a:lumOff val="7695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900" b="1" kern="1200" dirty="0"/>
            <a:t>Integration</a:t>
          </a:r>
        </a:p>
      </dsp:txBody>
      <dsp:txXfrm>
        <a:off x="4239088" y="671353"/>
        <a:ext cx="898602" cy="898602"/>
      </dsp:txXfrm>
    </dsp:sp>
    <dsp:sp modelId="{31A82C73-1E76-4D0E-B66E-06F69F3F2550}">
      <dsp:nvSpPr>
        <dsp:cNvPr id="0" name=""/>
        <dsp:cNvSpPr/>
      </dsp:nvSpPr>
      <dsp:spPr>
        <a:xfrm>
          <a:off x="4537775" y="1655641"/>
          <a:ext cx="1270816" cy="1270816"/>
        </a:xfrm>
        <a:prstGeom prst="ellipse">
          <a:avLst/>
        </a:prstGeom>
        <a:solidFill>
          <a:schemeClr val="accent5">
            <a:alpha val="50000"/>
            <a:hueOff val="-5144683"/>
            <a:satOff val="14582"/>
            <a:lumOff val="11543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noProof="0" dirty="0"/>
            <a:t>Power BI</a:t>
          </a:r>
        </a:p>
      </dsp:txBody>
      <dsp:txXfrm>
        <a:off x="4723882" y="1841748"/>
        <a:ext cx="898602" cy="898602"/>
      </dsp:txXfrm>
    </dsp:sp>
    <dsp:sp modelId="{F70FDED5-B4CF-4341-B4CD-281BF73D7E01}">
      <dsp:nvSpPr>
        <dsp:cNvPr id="0" name=""/>
        <dsp:cNvSpPr/>
      </dsp:nvSpPr>
      <dsp:spPr>
        <a:xfrm>
          <a:off x="4052981" y="2826036"/>
          <a:ext cx="1270816" cy="1270816"/>
        </a:xfrm>
        <a:prstGeom prst="ellipse">
          <a:avLst/>
        </a:prstGeom>
        <a:solidFill>
          <a:schemeClr val="accent5">
            <a:alpha val="50000"/>
            <a:hueOff val="-6859577"/>
            <a:satOff val="19442"/>
            <a:lumOff val="15391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noProof="1"/>
            <a:t>Configurations</a:t>
          </a:r>
        </a:p>
      </dsp:txBody>
      <dsp:txXfrm>
        <a:off x="4239088" y="3012143"/>
        <a:ext cx="898602" cy="898602"/>
      </dsp:txXfrm>
    </dsp:sp>
    <dsp:sp modelId="{A48CCAC7-6C29-4A2F-A633-478017CD00BA}">
      <dsp:nvSpPr>
        <dsp:cNvPr id="0" name=""/>
        <dsp:cNvSpPr/>
      </dsp:nvSpPr>
      <dsp:spPr>
        <a:xfrm>
          <a:off x="2882587" y="3310829"/>
          <a:ext cx="1270816" cy="1270816"/>
        </a:xfrm>
        <a:prstGeom prst="ellipse">
          <a:avLst/>
        </a:prstGeom>
        <a:solidFill>
          <a:schemeClr val="accent5">
            <a:alpha val="50000"/>
            <a:hueOff val="-8574471"/>
            <a:satOff val="24303"/>
            <a:lumOff val="19239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900" b="1" kern="1200" dirty="0"/>
            <a:t>Apps</a:t>
          </a:r>
        </a:p>
      </dsp:txBody>
      <dsp:txXfrm>
        <a:off x="3068694" y="3496936"/>
        <a:ext cx="898602" cy="898602"/>
      </dsp:txXfrm>
    </dsp:sp>
    <dsp:sp modelId="{726156AD-4F93-472E-883B-9FDC598B81A8}">
      <dsp:nvSpPr>
        <dsp:cNvPr id="0" name=""/>
        <dsp:cNvSpPr/>
      </dsp:nvSpPr>
      <dsp:spPr>
        <a:xfrm>
          <a:off x="1712192" y="2826036"/>
          <a:ext cx="1270816" cy="1270816"/>
        </a:xfrm>
        <a:prstGeom prst="ellipse">
          <a:avLst/>
        </a:prstGeom>
        <a:solidFill>
          <a:schemeClr val="accent5">
            <a:alpha val="50000"/>
            <a:hueOff val="-10289366"/>
            <a:satOff val="29163"/>
            <a:lumOff val="23087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900" b="1" kern="1200" dirty="0"/>
            <a:t>Automation</a:t>
          </a:r>
        </a:p>
      </dsp:txBody>
      <dsp:txXfrm>
        <a:off x="1898299" y="3012143"/>
        <a:ext cx="898602" cy="898602"/>
      </dsp:txXfrm>
    </dsp:sp>
    <dsp:sp modelId="{9DD60876-D3DC-43B9-836D-EABA8B6F533C}">
      <dsp:nvSpPr>
        <dsp:cNvPr id="0" name=""/>
        <dsp:cNvSpPr/>
      </dsp:nvSpPr>
      <dsp:spPr>
        <a:xfrm>
          <a:off x="1227399" y="1655641"/>
          <a:ext cx="1270816" cy="1270816"/>
        </a:xfrm>
        <a:prstGeom prst="ellipse">
          <a:avLst/>
        </a:prstGeom>
        <a:solidFill>
          <a:schemeClr val="accent5">
            <a:alpha val="50000"/>
            <a:hueOff val="-12004260"/>
            <a:satOff val="34024"/>
            <a:lumOff val="26934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900" b="1" kern="1200" dirty="0"/>
            <a:t>Reporting</a:t>
          </a:r>
        </a:p>
      </dsp:txBody>
      <dsp:txXfrm>
        <a:off x="1413506" y="1841748"/>
        <a:ext cx="898602" cy="898602"/>
      </dsp:txXfrm>
    </dsp:sp>
    <dsp:sp modelId="{AFD61D3C-31DC-485E-BD49-A069A53A39B8}">
      <dsp:nvSpPr>
        <dsp:cNvPr id="0" name=""/>
        <dsp:cNvSpPr/>
      </dsp:nvSpPr>
      <dsp:spPr>
        <a:xfrm>
          <a:off x="1712192" y="485246"/>
          <a:ext cx="1270816" cy="1270816"/>
        </a:xfrm>
        <a:prstGeom prst="ellipse">
          <a:avLst/>
        </a:prstGeom>
        <a:solidFill>
          <a:schemeClr val="accent5">
            <a:alpha val="50000"/>
            <a:hueOff val="-13719154"/>
            <a:satOff val="38884"/>
            <a:lumOff val="30782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900" b="1" kern="1200" dirty="0"/>
            <a:t>Excel</a:t>
          </a:r>
        </a:p>
      </dsp:txBody>
      <dsp:txXfrm>
        <a:off x="1898299" y="671353"/>
        <a:ext cx="898602" cy="8986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CRMUG Summit 2017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8CAF0-866C-41B3-A854-572A2A51FA6A}" type="datetime8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10/22/2025 10:33 AM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© 2017 Dynamic Communities.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CRMUG Summit 2017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058EF5B-311B-4148-8831-2D28534D49CD}" type="datetime8">
              <a:rPr lang="en-US" smtClean="0"/>
              <a:t>10/22/2025 10:33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Arial" panose="020B0604020202020204" pitchFamily="34" charset="0"/>
                <a:ea typeface="Segoe UI" pitchFamily="34" charset="0"/>
                <a:cs typeface="Arial" panose="020B0604020202020204" pitchFamily="34" charset="0"/>
              </a:rPr>
              <a:t>© 2017 Dynamic Communities.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https://github.com/NathanClouseAX/CommunityPresentations/blob/master/2025/Data%20Migration%20Creator.py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CRMUG Summit 2017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058EF5B-311B-4148-8831-2D28534D49CD}" type="datetime8">
              <a:rPr lang="en-US" smtClean="0"/>
              <a:t>10/22/2025 10:33 AM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193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D4114E-5918-B1DB-D683-8740D0633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  <a:prstGeom prst="rect">
            <a:avLst/>
          </a:prstGeom>
        </p:spPr>
        <p:txBody>
          <a:bodyPr vert="horz" wrap="square" lIns="146304" tIns="91440" rIns="146304" bIns="91440" rtlCol="0" anchor="ctr">
            <a:noAutofit/>
          </a:bodyPr>
          <a:lstStyle>
            <a:lvl1pPr>
              <a:defRPr sz="4400" b="1" i="0" baseline="0">
                <a:solidFill>
                  <a:srgbClr val="1E275C"/>
                </a:solidFill>
                <a:latin typeface="Segoe" panose="020B050204020002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67774B5-F68C-1108-7441-1A84E31C5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1668462"/>
            <a:ext cx="10972485" cy="4190999"/>
          </a:xfrm>
          <a:prstGeom prst="rect">
            <a:avLst/>
          </a:prstGeom>
        </p:spPr>
        <p:txBody>
          <a:bodyPr vert="horz" wrap="square" lIns="146304" tIns="91440" rIns="146304" bIns="91440" rtlCol="0">
            <a:noAutofit/>
          </a:bodyPr>
          <a:lstStyle>
            <a:lvl1pPr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aseline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baseline="0">
                <a:solidFill>
                  <a:schemeClr val="bg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67BE35-4283-FC22-2DF1-9BAE77625F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0375" y="302406"/>
            <a:ext cx="3086100" cy="10922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ADF9018-552B-83D7-92A3-76120E4637B5}"/>
              </a:ext>
            </a:extLst>
          </p:cNvPr>
          <p:cNvSpPr/>
          <p:nvPr userDrawn="1"/>
        </p:nvSpPr>
        <p:spPr bwMode="auto">
          <a:xfrm>
            <a:off x="-3" y="0"/>
            <a:ext cx="12436477" cy="3570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FDFF33-C3AC-4360-2256-6D09B51BC89A}"/>
              </a:ext>
            </a:extLst>
          </p:cNvPr>
          <p:cNvSpPr/>
          <p:nvPr userDrawn="1"/>
        </p:nvSpPr>
        <p:spPr bwMode="auto">
          <a:xfrm>
            <a:off x="-3" y="6637474"/>
            <a:ext cx="12436478" cy="3570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E7527AD-759C-5A08-98E2-71BD229E8255}"/>
              </a:ext>
            </a:extLst>
          </p:cNvPr>
          <p:cNvCxnSpPr/>
          <p:nvPr userDrawn="1"/>
        </p:nvCxnSpPr>
        <p:spPr>
          <a:xfrm>
            <a:off x="-4" y="385588"/>
            <a:ext cx="12436478" cy="0"/>
          </a:xfrm>
          <a:prstGeom prst="line">
            <a:avLst/>
          </a:prstGeom>
          <a:ln w="53975">
            <a:solidFill>
              <a:srgbClr val="F5912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bject 10">
            <a:extLst>
              <a:ext uri="{FF2B5EF4-FFF2-40B4-BE49-F238E27FC236}">
                <a16:creationId xmlns:a16="http://schemas.microsoft.com/office/drawing/2014/main" id="{C02CC332-457D-2159-182F-CF67A980D719}"/>
              </a:ext>
            </a:extLst>
          </p:cNvPr>
          <p:cNvSpPr txBox="1"/>
          <p:nvPr userDrawn="1"/>
        </p:nvSpPr>
        <p:spPr>
          <a:xfrm>
            <a:off x="9732132" y="6713921"/>
            <a:ext cx="2684147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baseline="0" dirty="0">
                <a:solidFill>
                  <a:schemeClr val="tx1"/>
                </a:solidFill>
              </a:rPr>
              <a:t>@</a:t>
            </a:r>
            <a:r>
              <a:rPr spc="-65" baseline="0" dirty="0">
                <a:solidFill>
                  <a:schemeClr val="tx1"/>
                </a:solidFill>
              </a:rPr>
              <a:t> </a:t>
            </a:r>
            <a:r>
              <a:rPr spc="-50" baseline="0" dirty="0">
                <a:solidFill>
                  <a:schemeClr val="tx1"/>
                </a:solidFill>
              </a:rPr>
              <a:t>202</a:t>
            </a:r>
            <a:r>
              <a:rPr lang="en-US" spc="-50" baseline="0" dirty="0">
                <a:solidFill>
                  <a:schemeClr val="tx1"/>
                </a:solidFill>
              </a:rPr>
              <a:t>5</a:t>
            </a:r>
            <a:r>
              <a:rPr spc="-65" baseline="0" dirty="0">
                <a:solidFill>
                  <a:schemeClr val="tx1"/>
                </a:solidFill>
              </a:rPr>
              <a:t> </a:t>
            </a:r>
            <a:r>
              <a:rPr spc="60" baseline="0" dirty="0">
                <a:solidFill>
                  <a:schemeClr val="tx1"/>
                </a:solidFill>
              </a:rPr>
              <a:t>Dynamic</a:t>
            </a:r>
            <a:r>
              <a:rPr spc="-65" baseline="0" dirty="0">
                <a:solidFill>
                  <a:schemeClr val="tx1"/>
                </a:solidFill>
              </a:rPr>
              <a:t> </a:t>
            </a:r>
            <a:r>
              <a:rPr spc="40" baseline="0" dirty="0">
                <a:solidFill>
                  <a:schemeClr val="tx1"/>
                </a:solidFill>
              </a:rPr>
              <a:t>Communities</a:t>
            </a:r>
          </a:p>
        </p:txBody>
      </p:sp>
    </p:spTree>
    <p:extLst>
      <p:ext uri="{BB962C8B-B14F-4D97-AF65-F5344CB8AC3E}">
        <p14:creationId xmlns:p14="http://schemas.microsoft.com/office/powerpoint/2010/main" val="3788838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03">
          <p15:clr>
            <a:srgbClr val="FBAE40"/>
          </p15:clr>
        </p15:guide>
        <p15:guide id="2" orient="horz" pos="105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647BE7B-65E1-0320-C8A6-9B9EC05A5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  <a:prstGeom prst="rect">
            <a:avLst/>
          </a:prstGeom>
        </p:spPr>
        <p:txBody>
          <a:bodyPr vert="horz" wrap="square" lIns="146304" tIns="91440" rIns="146304" bIns="91440" rtlCol="0" anchor="ctr">
            <a:noAutofit/>
          </a:bodyPr>
          <a:lstStyle>
            <a:lvl1pPr>
              <a:defRPr sz="4400" b="1" i="0" baseline="0">
                <a:solidFill>
                  <a:srgbClr val="1E275C"/>
                </a:solidFill>
                <a:latin typeface="Segoe" panose="020B050204020002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389485E-3748-70B7-6A15-7D7BC8C67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1668462"/>
            <a:ext cx="10972485" cy="4190999"/>
          </a:xfrm>
          <a:prstGeom prst="rect">
            <a:avLst/>
          </a:prstGeom>
        </p:spPr>
        <p:txBody>
          <a:bodyPr vert="horz" wrap="square" lIns="146304" tIns="91440" rIns="146304" bIns="91440" rtlCol="0">
            <a:noAutofit/>
          </a:bodyPr>
          <a:lstStyle>
            <a:lvl1pPr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baseline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baseline="0">
                <a:solidFill>
                  <a:schemeClr val="bg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4B2A1F-346F-E426-5FCD-6CE0B300F6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0375" y="302406"/>
            <a:ext cx="3086100" cy="10922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86251F0-97DC-6218-B185-ECFCDBA57014}"/>
              </a:ext>
            </a:extLst>
          </p:cNvPr>
          <p:cNvSpPr/>
          <p:nvPr userDrawn="1"/>
        </p:nvSpPr>
        <p:spPr bwMode="auto">
          <a:xfrm>
            <a:off x="-3" y="0"/>
            <a:ext cx="12436477" cy="3570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F22EB9-D1CD-40AE-09A4-CD7D374E2567}"/>
              </a:ext>
            </a:extLst>
          </p:cNvPr>
          <p:cNvSpPr/>
          <p:nvPr userDrawn="1"/>
        </p:nvSpPr>
        <p:spPr bwMode="auto">
          <a:xfrm>
            <a:off x="-3" y="6637474"/>
            <a:ext cx="12436478" cy="3570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3976A84-16EE-D6CB-5268-1A801CB94C29}"/>
              </a:ext>
            </a:extLst>
          </p:cNvPr>
          <p:cNvCxnSpPr/>
          <p:nvPr userDrawn="1"/>
        </p:nvCxnSpPr>
        <p:spPr>
          <a:xfrm>
            <a:off x="-4" y="385588"/>
            <a:ext cx="12436478" cy="0"/>
          </a:xfrm>
          <a:prstGeom prst="line">
            <a:avLst/>
          </a:prstGeom>
          <a:ln w="53975">
            <a:solidFill>
              <a:srgbClr val="F5912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bject 10">
            <a:extLst>
              <a:ext uri="{FF2B5EF4-FFF2-40B4-BE49-F238E27FC236}">
                <a16:creationId xmlns:a16="http://schemas.microsoft.com/office/drawing/2014/main" id="{E0839425-C7BA-9D40-5A68-DEF9E707DF47}"/>
              </a:ext>
            </a:extLst>
          </p:cNvPr>
          <p:cNvSpPr txBox="1"/>
          <p:nvPr userDrawn="1"/>
        </p:nvSpPr>
        <p:spPr>
          <a:xfrm>
            <a:off x="9732128" y="6712952"/>
            <a:ext cx="2684147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baseline="0" dirty="0">
                <a:solidFill>
                  <a:schemeClr val="tx1"/>
                </a:solidFill>
              </a:rPr>
              <a:t>@</a:t>
            </a:r>
            <a:r>
              <a:rPr spc="-65" baseline="0" dirty="0">
                <a:solidFill>
                  <a:schemeClr val="tx1"/>
                </a:solidFill>
              </a:rPr>
              <a:t> </a:t>
            </a:r>
            <a:r>
              <a:rPr spc="-50" baseline="0" dirty="0">
                <a:solidFill>
                  <a:schemeClr val="tx1"/>
                </a:solidFill>
              </a:rPr>
              <a:t>202</a:t>
            </a:r>
            <a:r>
              <a:rPr lang="en-US" spc="-50" baseline="0" dirty="0">
                <a:solidFill>
                  <a:schemeClr val="tx1"/>
                </a:solidFill>
              </a:rPr>
              <a:t>5</a:t>
            </a:r>
            <a:r>
              <a:rPr spc="-65" baseline="0" dirty="0">
                <a:solidFill>
                  <a:schemeClr val="tx1"/>
                </a:solidFill>
              </a:rPr>
              <a:t> </a:t>
            </a:r>
            <a:r>
              <a:rPr spc="60" baseline="0" dirty="0">
                <a:solidFill>
                  <a:schemeClr val="tx1"/>
                </a:solidFill>
              </a:rPr>
              <a:t>Dynamic</a:t>
            </a:r>
            <a:r>
              <a:rPr spc="-65" baseline="0" dirty="0">
                <a:solidFill>
                  <a:schemeClr val="tx1"/>
                </a:solidFill>
              </a:rPr>
              <a:t> </a:t>
            </a:r>
            <a:r>
              <a:rPr spc="40" baseline="0" dirty="0">
                <a:solidFill>
                  <a:schemeClr val="tx1"/>
                </a:solidFill>
              </a:rPr>
              <a:t>Communities</a:t>
            </a:r>
          </a:p>
        </p:txBody>
      </p:sp>
    </p:spTree>
    <p:extLst>
      <p:ext uri="{BB962C8B-B14F-4D97-AF65-F5344CB8AC3E}">
        <p14:creationId xmlns:p14="http://schemas.microsoft.com/office/powerpoint/2010/main" val="38799184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03">
          <p15:clr>
            <a:srgbClr val="FBAE40"/>
          </p15:clr>
        </p15:guide>
        <p15:guide id="2" orient="horz" pos="105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imary2 with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DAB300-83A5-C8A6-8997-8AA97222B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  <a:prstGeom prst="rect">
            <a:avLst/>
          </a:prstGeom>
        </p:spPr>
        <p:txBody>
          <a:bodyPr vert="horz" wrap="square" lIns="146304" tIns="91440" rIns="146304" bIns="91440" rtlCol="0" anchor="ctr">
            <a:noAutofit/>
          </a:bodyPr>
          <a:lstStyle>
            <a:lvl1pPr>
              <a:defRPr sz="4400" b="1" i="0" baseline="0">
                <a:solidFill>
                  <a:srgbClr val="1E275C"/>
                </a:solidFill>
                <a:latin typeface="Segoe" panose="020B050204020002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79A92AF-199F-1976-F0A5-D1F4A01045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1836" y="1668462"/>
            <a:ext cx="10972485" cy="4190999"/>
          </a:xfrm>
          <a:prstGeom prst="rect">
            <a:avLst/>
          </a:prstGeom>
        </p:spPr>
        <p:txBody>
          <a:bodyPr vert="horz" wrap="square" lIns="146304" tIns="91440" rIns="146304" bIns="91440" rtlCol="0">
            <a:noAutofit/>
          </a:bodyPr>
          <a:lstStyle>
            <a:lvl1pPr>
              <a:defRPr baseline="0">
                <a:solidFill>
                  <a:srgbClr val="000000"/>
                </a:solidFill>
              </a:defRPr>
            </a:lvl1pPr>
            <a:lvl2pPr>
              <a:defRPr baseline="0">
                <a:solidFill>
                  <a:srgbClr val="000000"/>
                </a:solidFill>
              </a:defRPr>
            </a:lvl2pPr>
            <a:lvl3pPr>
              <a:defRPr baseline="0">
                <a:solidFill>
                  <a:srgbClr val="000000"/>
                </a:solidFill>
              </a:defRPr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69805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105625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 i="0" baseline="0">
                <a:solidFill>
                  <a:srgbClr val="1E275C"/>
                </a:solidFill>
                <a:latin typeface="Segoe" panose="020B050204020002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739689" y="1668462"/>
            <a:ext cx="5021348" cy="4191000"/>
          </a:xfrm>
        </p:spPr>
        <p:txBody>
          <a:bodyPr wrap="square">
            <a:no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 baseline="0">
                <a:solidFill>
                  <a:srgbClr val="000000"/>
                </a:solidFill>
              </a:defRPr>
            </a:lvl1pPr>
            <a:lvl2pPr marL="0" indent="0">
              <a:buNone/>
              <a:defRPr sz="2000" baseline="0">
                <a:solidFill>
                  <a:srgbClr val="000000"/>
                </a:solidFill>
              </a:defRPr>
            </a:lvl2pPr>
            <a:lvl3pPr marL="231775" indent="0">
              <a:buNone/>
              <a:tabLst/>
              <a:defRPr sz="2000" baseline="0">
                <a:solidFill>
                  <a:srgbClr val="000000"/>
                </a:solidFill>
              </a:defRPr>
            </a:lvl3pPr>
            <a:lvl4pPr marL="460375" indent="0">
              <a:buNone/>
              <a:defRPr baseline="0">
                <a:solidFill>
                  <a:srgbClr val="000000"/>
                </a:solidFill>
              </a:defRPr>
            </a:lvl4pPr>
            <a:lvl5pPr marL="685800" indent="0">
              <a:buNone/>
              <a:tabLst/>
              <a:defRPr baseline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218237" y="1668462"/>
            <a:ext cx="5486400" cy="4191000"/>
          </a:xfrm>
        </p:spPr>
        <p:txBody>
          <a:bodyPr wrap="square">
            <a:no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 baseline="0">
                <a:solidFill>
                  <a:srgbClr val="000000"/>
                </a:solidFill>
              </a:defRPr>
            </a:lvl1pPr>
            <a:lvl2pPr marL="0" indent="0">
              <a:buNone/>
              <a:defRPr sz="2000" baseline="0">
                <a:solidFill>
                  <a:srgbClr val="000000"/>
                </a:solidFill>
              </a:defRPr>
            </a:lvl2pPr>
            <a:lvl3pPr marL="231775" indent="0">
              <a:buNone/>
              <a:tabLst/>
              <a:defRPr sz="2000" baseline="0">
                <a:solidFill>
                  <a:srgbClr val="000000"/>
                </a:solidFill>
              </a:defRPr>
            </a:lvl3pPr>
            <a:lvl4pPr marL="460375" indent="0">
              <a:buNone/>
              <a:defRPr baseline="0">
                <a:solidFill>
                  <a:srgbClr val="000000"/>
                </a:solidFill>
              </a:defRPr>
            </a:lvl4pPr>
            <a:lvl5pPr marL="685800" indent="0">
              <a:buNone/>
              <a:tabLst/>
              <a:defRPr baseline="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1837" y="2125662"/>
            <a:ext cx="7315200" cy="2286000"/>
          </a:xfrm>
          <a:noFill/>
        </p:spPr>
        <p:txBody>
          <a:bodyPr wrap="square" tIns="91440" bIns="91440" anchor="t" anchorCtr="0">
            <a:noAutofit/>
          </a:bodyPr>
          <a:lstStyle>
            <a:lvl1pPr>
              <a:defRPr sz="4400" b="1" i="0" spc="-100" baseline="0">
                <a:solidFill>
                  <a:srgbClr val="1E275C"/>
                </a:solidFill>
                <a:latin typeface="Segoe" panose="020B0502040200020203" pitchFamily="34" charset="77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28849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 with a lake&#10;&#10;Description automatically generated">
            <a:extLst>
              <a:ext uri="{FF2B5EF4-FFF2-40B4-BE49-F238E27FC236}">
                <a16:creationId xmlns:a16="http://schemas.microsoft.com/office/drawing/2014/main" id="{15F83B2B-FB5D-9733-A2DA-257BE74CE6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487"/>
            <a:ext cx="12442682" cy="6991038"/>
          </a:xfrm>
          <a:prstGeom prst="rect">
            <a:avLst/>
          </a:prstGeom>
        </p:spPr>
      </p:pic>
      <p:sp>
        <p:nvSpPr>
          <p:cNvPr id="4" name="Text Box 3">
            <a:extLst>
              <a:ext uri="{FF2B5EF4-FFF2-40B4-BE49-F238E27FC236}">
                <a16:creationId xmlns:a16="http://schemas.microsoft.com/office/drawing/2014/main" id="{11FC0C72-737D-446E-3EBF-97A33E71CB20}"/>
              </a:ext>
            </a:extLst>
          </p:cNvPr>
          <p:cNvSpPr txBox="1">
            <a:spLocks noChangeArrowheads="1"/>
          </p:cNvSpPr>
          <p:nvPr userDrawn="1"/>
        </p:nvSpPr>
        <p:spPr bwMode="blackWhite">
          <a:xfrm>
            <a:off x="274637" y="6469062"/>
            <a:ext cx="11887199" cy="403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82880" tIns="146304" rIns="182880" bIns="146304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© 2025 Dynamic Communities.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71807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alm trees in the sky&#10;&#10;Description automatically generated">
            <a:extLst>
              <a:ext uri="{FF2B5EF4-FFF2-40B4-BE49-F238E27FC236}">
                <a16:creationId xmlns:a16="http://schemas.microsoft.com/office/drawing/2014/main" id="{D2425B14-4C37-0700-44FC-5BD08A9796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</a:blip>
          <a:srcRect t="5520" b="7562"/>
          <a:stretch/>
        </p:blipFill>
        <p:spPr>
          <a:xfrm>
            <a:off x="-1" y="0"/>
            <a:ext cx="12436475" cy="69945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5488C3-1EA5-3614-1946-6015D751C8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129" y="1935162"/>
            <a:ext cx="6077634" cy="1351952"/>
          </a:xfrm>
          <a:ln>
            <a:noFill/>
          </a:ln>
        </p:spPr>
        <p:txBody>
          <a:bodyPr/>
          <a:lstStyle>
            <a:lvl1pPr>
              <a:defRPr sz="4400" b="1" i="0" baseline="0">
                <a:solidFill>
                  <a:srgbClr val="1E275C"/>
                </a:solidFill>
                <a:latin typeface="Segoe" panose="020B0502040200020203" pitchFamily="34" charset="77"/>
              </a:defRPr>
            </a:lvl1pPr>
          </a:lstStyle>
          <a:p>
            <a:r>
              <a:rPr lang="en-US"/>
              <a:t>Session Title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F30869-1BD4-D9D2-CE84-B199E855DE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bject 9">
            <a:extLst>
              <a:ext uri="{FF2B5EF4-FFF2-40B4-BE49-F238E27FC236}">
                <a16:creationId xmlns:a16="http://schemas.microsoft.com/office/drawing/2014/main" id="{EEE12B02-F83C-EE22-51AA-8DB85C11B023}"/>
              </a:ext>
            </a:extLst>
          </p:cNvPr>
          <p:cNvSpPr txBox="1"/>
          <p:nvPr userDrawn="1"/>
        </p:nvSpPr>
        <p:spPr>
          <a:xfrm>
            <a:off x="466368" y="652823"/>
            <a:ext cx="7316918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The largest Microsoft Business Applications </a:t>
            </a:r>
            <a:b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user conference on the planet.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B3D165BB-366E-FF38-B8DA-3AF941C1841F}"/>
              </a:ext>
            </a:extLst>
          </p:cNvPr>
          <p:cNvSpPr/>
          <p:nvPr userDrawn="1"/>
        </p:nvSpPr>
        <p:spPr>
          <a:xfrm>
            <a:off x="431123" y="2331509"/>
            <a:ext cx="96228" cy="494787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8B820B61-2594-56BE-784C-A8565846E223}"/>
              </a:ext>
            </a:extLst>
          </p:cNvPr>
          <p:cNvSpPr txBox="1"/>
          <p:nvPr userDrawn="1"/>
        </p:nvSpPr>
        <p:spPr>
          <a:xfrm>
            <a:off x="9626784" y="6676209"/>
            <a:ext cx="2737970" cy="208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indent="12953">
              <a:spcBef>
                <a:spcPts val="102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sz="1326" baseline="0" dirty="0">
                <a:solidFill>
                  <a:srgbClr val="1B449A"/>
                </a:solidFill>
              </a:rPr>
              <a:t>@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-51" baseline="0" dirty="0">
                <a:solidFill>
                  <a:srgbClr val="1B449A"/>
                </a:solidFill>
              </a:rPr>
              <a:t>202</a:t>
            </a:r>
            <a:r>
              <a:rPr lang="en-US" sz="1326" spc="-51" baseline="0" dirty="0">
                <a:solidFill>
                  <a:srgbClr val="1B449A"/>
                </a:solidFill>
              </a:rPr>
              <a:t>5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61" baseline="0" dirty="0">
                <a:solidFill>
                  <a:srgbClr val="1B449A"/>
                </a:solidFill>
              </a:rPr>
              <a:t>Dynamic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41" baseline="0" dirty="0">
                <a:solidFill>
                  <a:srgbClr val="1B449A"/>
                </a:solidFill>
              </a:rPr>
              <a:t>Communities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809A18-CADB-A7A0-34E2-48FA8D75A1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0375" y="214270"/>
            <a:ext cx="30861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04230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alm trees in the sky&#10;&#10;Description automatically generated">
            <a:extLst>
              <a:ext uri="{FF2B5EF4-FFF2-40B4-BE49-F238E27FC236}">
                <a16:creationId xmlns:a16="http://schemas.microsoft.com/office/drawing/2014/main" id="{020CDBFA-F4BF-EFF8-1580-49C52D38D3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</a:blip>
          <a:srcRect t="5520" b="7562"/>
          <a:stretch/>
        </p:blipFill>
        <p:spPr>
          <a:xfrm>
            <a:off x="-1" y="0"/>
            <a:ext cx="12436475" cy="6994525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AA4E1C05-C18C-5999-ACBA-01155639006B}"/>
              </a:ext>
            </a:extLst>
          </p:cNvPr>
          <p:cNvSpPr txBox="1"/>
          <p:nvPr userDrawn="1"/>
        </p:nvSpPr>
        <p:spPr>
          <a:xfrm>
            <a:off x="9685337" y="6637374"/>
            <a:ext cx="2737970" cy="208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indent="12953">
              <a:spcBef>
                <a:spcPts val="102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sz="1326" baseline="0" dirty="0">
                <a:solidFill>
                  <a:srgbClr val="1B449A"/>
                </a:solidFill>
              </a:rPr>
              <a:t>@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-51" baseline="0" dirty="0">
                <a:solidFill>
                  <a:srgbClr val="1B449A"/>
                </a:solidFill>
              </a:rPr>
              <a:t>202</a:t>
            </a:r>
            <a:r>
              <a:rPr lang="en-US" sz="1326" spc="-51" baseline="0" dirty="0">
                <a:solidFill>
                  <a:srgbClr val="1B449A"/>
                </a:solidFill>
              </a:rPr>
              <a:t>5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61" baseline="0" dirty="0">
                <a:solidFill>
                  <a:srgbClr val="1B449A"/>
                </a:solidFill>
              </a:rPr>
              <a:t>Dynamic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41" baseline="0" dirty="0">
                <a:solidFill>
                  <a:srgbClr val="1B449A"/>
                </a:solidFill>
              </a:rPr>
              <a:t>Communities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8FB400-37E7-74B2-ACB9-7ED56CD5FD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object 10">
            <a:extLst>
              <a:ext uri="{FF2B5EF4-FFF2-40B4-BE49-F238E27FC236}">
                <a16:creationId xmlns:a16="http://schemas.microsoft.com/office/drawing/2014/main" id="{1ABBA802-E452-2AFC-E7D9-86DF60B7192F}"/>
              </a:ext>
            </a:extLst>
          </p:cNvPr>
          <p:cNvSpPr/>
          <p:nvPr userDrawn="1"/>
        </p:nvSpPr>
        <p:spPr>
          <a:xfrm>
            <a:off x="580899" y="745163"/>
            <a:ext cx="96228" cy="494786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1A45573-240E-43E8-215E-27DACC27BE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74041" y="1672535"/>
            <a:ext cx="4852788" cy="4632253"/>
          </a:xfrm>
        </p:spPr>
        <p:txBody>
          <a:bodyPr/>
          <a:lstStyle>
            <a:lvl1pPr marL="291436" indent="-291436">
              <a:buClr>
                <a:srgbClr val="E88C23"/>
              </a:buClr>
              <a:buSzPct val="110000"/>
              <a:buFont typeface="Arial" panose="020B0604020202020204" pitchFamily="34" charset="0"/>
              <a:buChar char="•"/>
              <a:defRPr sz="1800" baseline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91436" indent="-291436">
              <a:buFont typeface="Arial" panose="020B0604020202020204" pitchFamily="34" charset="0"/>
              <a:buChar char="•"/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91436" indent="-291436">
              <a:buFont typeface="Arial" panose="020B0604020202020204" pitchFamily="34" charset="0"/>
              <a:buChar char="•"/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91436" indent="-291436">
              <a:buFont typeface="Arial" panose="020B0604020202020204" pitchFamily="34" charset="0"/>
              <a:buChar char="•"/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1436" indent="-291436">
              <a:buFont typeface="Arial" panose="020B0604020202020204" pitchFamily="34" charset="0"/>
              <a:buChar char="•"/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Agenda items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358E50-23C2-0424-524F-699C343C65C3}"/>
              </a:ext>
            </a:extLst>
          </p:cNvPr>
          <p:cNvSpPr txBox="1"/>
          <p:nvPr userDrawn="1"/>
        </p:nvSpPr>
        <p:spPr>
          <a:xfrm>
            <a:off x="774041" y="628494"/>
            <a:ext cx="2936625" cy="7345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6629" tIns="46629" rIns="46629" bIns="46629" numCol="1" spcCol="38100" rtlCol="0" anchor="t">
            <a:spAutoFit/>
          </a:bodyPr>
          <a:lstStyle/>
          <a:p>
            <a:pPr marL="0" marR="0" indent="0" algn="l" defTabSz="932597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80" b="1" i="0" u="none" strike="noStrike" cap="none" spc="0" normalizeH="0" baseline="0">
                <a:ln>
                  <a:noFill/>
                </a:ln>
                <a:solidFill>
                  <a:srgbClr val="273472"/>
                </a:solidFill>
                <a:effectLst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Calibri"/>
              </a:rPr>
              <a:t>Agenda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F96BD7-A0D0-5697-E23A-C8FAF10B28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0375" y="214270"/>
            <a:ext cx="30861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10664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alm trees in the sky&#10;&#10;Description automatically generated">
            <a:extLst>
              <a:ext uri="{FF2B5EF4-FFF2-40B4-BE49-F238E27FC236}">
                <a16:creationId xmlns:a16="http://schemas.microsoft.com/office/drawing/2014/main" id="{10B88D82-2B62-3BFB-D841-B76287AC05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</a:blip>
          <a:srcRect t="5520" b="7562"/>
          <a:stretch/>
        </p:blipFill>
        <p:spPr>
          <a:xfrm>
            <a:off x="-1" y="0"/>
            <a:ext cx="12436475" cy="6994525"/>
          </a:xfrm>
          <a:prstGeom prst="rect">
            <a:avLst/>
          </a:prstGeom>
        </p:spPr>
      </p:pic>
      <p:sp>
        <p:nvSpPr>
          <p:cNvPr id="10" name="object 10">
            <a:extLst>
              <a:ext uri="{FF2B5EF4-FFF2-40B4-BE49-F238E27FC236}">
                <a16:creationId xmlns:a16="http://schemas.microsoft.com/office/drawing/2014/main" id="{AA4E1C05-C18C-5999-ACBA-01155639006B}"/>
              </a:ext>
            </a:extLst>
          </p:cNvPr>
          <p:cNvSpPr txBox="1"/>
          <p:nvPr userDrawn="1"/>
        </p:nvSpPr>
        <p:spPr>
          <a:xfrm>
            <a:off x="9685337" y="6637374"/>
            <a:ext cx="2737970" cy="208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/>
          <a:p>
            <a:pPr indent="12953">
              <a:spcBef>
                <a:spcPts val="102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sz="1326" baseline="0" dirty="0">
                <a:solidFill>
                  <a:srgbClr val="1B449A"/>
                </a:solidFill>
              </a:rPr>
              <a:t>@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-51" baseline="0" dirty="0">
                <a:solidFill>
                  <a:srgbClr val="1B449A"/>
                </a:solidFill>
              </a:rPr>
              <a:t>202</a:t>
            </a:r>
            <a:r>
              <a:rPr lang="en-US" sz="1326" spc="-51" baseline="0" dirty="0">
                <a:solidFill>
                  <a:srgbClr val="1B449A"/>
                </a:solidFill>
              </a:rPr>
              <a:t>5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61" baseline="0" dirty="0">
                <a:solidFill>
                  <a:srgbClr val="1B449A"/>
                </a:solidFill>
              </a:rPr>
              <a:t>Dynamic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41" baseline="0" dirty="0">
                <a:solidFill>
                  <a:srgbClr val="1B449A"/>
                </a:solidFill>
              </a:rPr>
              <a:t>Communities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8FB400-37E7-74B2-ACB9-7ED56CD5FD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DF96BD7-A0D0-5697-E23A-C8FAF10B28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0375" y="214270"/>
            <a:ext cx="30861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4110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alm trees in the sky&#10;&#10;Description automatically generated">
            <a:extLst>
              <a:ext uri="{FF2B5EF4-FFF2-40B4-BE49-F238E27FC236}">
                <a16:creationId xmlns:a16="http://schemas.microsoft.com/office/drawing/2014/main" id="{148695D2-A994-111B-CD2D-283C560C91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</a:blip>
          <a:srcRect t="5520" b="7562"/>
          <a:stretch/>
        </p:blipFill>
        <p:spPr>
          <a:xfrm>
            <a:off x="-1" y="0"/>
            <a:ext cx="12436475" cy="6994525"/>
          </a:xfrm>
          <a:prstGeom prst="rect">
            <a:avLst/>
          </a:prstGeom>
        </p:spPr>
      </p:pic>
      <p:sp>
        <p:nvSpPr>
          <p:cNvPr id="9" name="object 10">
            <a:extLst>
              <a:ext uri="{FF2B5EF4-FFF2-40B4-BE49-F238E27FC236}">
                <a16:creationId xmlns:a16="http://schemas.microsoft.com/office/drawing/2014/main" id="{D53E30DB-3424-A7B3-DD4B-ECDCD1F473EA}"/>
              </a:ext>
            </a:extLst>
          </p:cNvPr>
          <p:cNvSpPr txBox="1"/>
          <p:nvPr userDrawn="1"/>
        </p:nvSpPr>
        <p:spPr>
          <a:xfrm>
            <a:off x="9698505" y="6676209"/>
            <a:ext cx="2737970" cy="208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indent="12953">
              <a:spcBef>
                <a:spcPts val="102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sz="1326" baseline="0" dirty="0">
                <a:solidFill>
                  <a:srgbClr val="1B449A"/>
                </a:solidFill>
              </a:rPr>
              <a:t>@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-51" baseline="0" dirty="0">
                <a:solidFill>
                  <a:srgbClr val="1B449A"/>
                </a:solidFill>
              </a:rPr>
              <a:t>202</a:t>
            </a:r>
            <a:r>
              <a:rPr lang="en-US" sz="1326" spc="-51" baseline="0" dirty="0">
                <a:solidFill>
                  <a:srgbClr val="1B449A"/>
                </a:solidFill>
              </a:rPr>
              <a:t>5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61" baseline="0" dirty="0">
                <a:solidFill>
                  <a:srgbClr val="1B449A"/>
                </a:solidFill>
              </a:rPr>
              <a:t>Dynamic</a:t>
            </a:r>
            <a:r>
              <a:rPr sz="1326" spc="-66" baseline="0" dirty="0">
                <a:solidFill>
                  <a:srgbClr val="1B449A"/>
                </a:solidFill>
              </a:rPr>
              <a:t> </a:t>
            </a:r>
            <a:r>
              <a:rPr sz="1326" spc="41" baseline="0" dirty="0">
                <a:solidFill>
                  <a:srgbClr val="1B449A"/>
                </a:solidFill>
              </a:rPr>
              <a:t>Communities</a:t>
            </a: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28E884E9-8151-D4F3-956D-80BE3F8721D9}"/>
              </a:ext>
            </a:extLst>
          </p:cNvPr>
          <p:cNvSpPr/>
          <p:nvPr userDrawn="1"/>
        </p:nvSpPr>
        <p:spPr>
          <a:xfrm>
            <a:off x="580899" y="2043488"/>
            <a:ext cx="96228" cy="1246050"/>
          </a:xfrm>
          <a:prstGeom prst="rect">
            <a:avLst/>
          </a:prstGeom>
          <a:solidFill>
            <a:srgbClr val="E88C24"/>
          </a:solidFill>
          <a:ln w="12700">
            <a:miter lim="400000"/>
          </a:ln>
        </p:spPr>
        <p:txBody>
          <a:bodyPr lIns="46629" rIns="46629"/>
          <a:lstStyle/>
          <a:p>
            <a:endParaRPr sz="1836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A10028-72AC-53E2-41A9-93F66C4F0D92}"/>
              </a:ext>
            </a:extLst>
          </p:cNvPr>
          <p:cNvSpPr txBox="1"/>
          <p:nvPr userDrawn="1"/>
        </p:nvSpPr>
        <p:spPr>
          <a:xfrm>
            <a:off x="871322" y="1922300"/>
            <a:ext cx="4656520" cy="148842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>
            <a:lvl1pPr lvl="0" indent="12700" eaLnBrk="1" hangingPunct="1">
              <a:spcBef>
                <a:spcPts val="100"/>
              </a:spcBef>
              <a:defRPr sz="4400" b="1" spc="-200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>
              <a:defRPr sz="4400" b="1">
                <a:solidFill>
                  <a:srgbClr val="27347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lvl="0"/>
            <a:r>
              <a:rPr lang="en-US" sz="4488">
                <a:sym typeface="Calibri"/>
              </a:rPr>
              <a:t>Thank you for Attending!</a:t>
            </a:r>
          </a:p>
        </p:txBody>
      </p:sp>
      <p:sp>
        <p:nvSpPr>
          <p:cNvPr id="4" name="object 9">
            <a:extLst>
              <a:ext uri="{FF2B5EF4-FFF2-40B4-BE49-F238E27FC236}">
                <a16:creationId xmlns:a16="http://schemas.microsoft.com/office/drawing/2014/main" id="{E205A04B-C58C-BC42-5E28-9F389C949012}"/>
              </a:ext>
            </a:extLst>
          </p:cNvPr>
          <p:cNvSpPr txBox="1"/>
          <p:nvPr userDrawn="1"/>
        </p:nvSpPr>
        <p:spPr>
          <a:xfrm>
            <a:off x="466368" y="652823"/>
            <a:ext cx="6250118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The largest Microsoft Business Applications </a:t>
            </a:r>
            <a:b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user conference on the planet.</a:t>
            </a: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0852A0F6-69FE-7925-F6B0-18B7342A4A83}"/>
              </a:ext>
            </a:extLst>
          </p:cNvPr>
          <p:cNvSpPr txBox="1"/>
          <p:nvPr userDrawn="1"/>
        </p:nvSpPr>
        <p:spPr>
          <a:xfrm>
            <a:off x="-75621" y="6607302"/>
            <a:ext cx="5603463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0" tIns="0" rIns="0" bIns="0">
            <a:spAutoFit/>
          </a:bodyPr>
          <a:lstStyle/>
          <a:p>
            <a:pPr marL="0" marR="5181" lvl="0" indent="12953" algn="r" defTabSz="932742" rtl="0" eaLnBrk="1" fontAlgn="auto" latinLnBrk="0" hangingPunct="1">
              <a:lnSpc>
                <a:spcPct val="100000"/>
              </a:lnSpc>
              <a:spcBef>
                <a:spcPts val="306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00" spc="85">
                <a:solidFill>
                  <a:srgbClr val="252F35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lang="en-US" sz="1800" dirty="0">
                <a:solidFill>
                  <a:srgbClr val="1B449A"/>
                </a:solidFill>
              </a:rPr>
              <a:t>A Dynamics-First, ‘For User, By User’ Event</a:t>
            </a:r>
            <a:r>
              <a:rPr sz="1800" spc="-25" baseline="0" dirty="0">
                <a:solidFill>
                  <a:srgbClr val="1B449A"/>
                </a:solidFill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E8EE19-D4A5-89BF-DC08-BC3CB7FE8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50375" y="214270"/>
            <a:ext cx="30861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36611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4036C-F2D0-E5FA-A9AD-9F13C43C5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4163" y="1144588"/>
            <a:ext cx="9328150" cy="2435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2027C8-6E77-AA13-28A0-54A3DA880F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163" y="3673475"/>
            <a:ext cx="9328150" cy="16891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838F5-6A95-0D91-ED36-47BEFFF4A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70B45-D55C-7586-BF10-D531E3455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39F54-5652-FD6C-DC9C-258633175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50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06E4-0255-04C2-05F4-69A58A211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542DC-8B03-6107-E71E-9588A4865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9F7FA-AEA7-B39E-4D04-5645B5FBA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1419-2070-DBE8-4146-4E956DA44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D1D98-2323-B250-6D61-CA41D4A04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01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30CF9-0706-CA5E-8233-A787752FE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313" y="1743075"/>
            <a:ext cx="10725150" cy="290988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967A8-44A8-E9A0-067A-424CE9489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9313" y="4681538"/>
            <a:ext cx="10725150" cy="15287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0E77A-EC6E-C017-88A8-8DC155321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CE00A-629B-9809-956B-E335D55F6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B17E4-5C7F-BEF8-1CB1-B96E8750A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89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492D2-7BB3-EE30-D85D-6D233270B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507E3-3070-235F-5D9B-7B41B9945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55663" y="1862138"/>
            <a:ext cx="5286375" cy="4437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98F23-5C78-95FD-0482-21D4DA4F8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4438" y="1862138"/>
            <a:ext cx="5286375" cy="4437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17ACFC-758C-978C-4200-4FDD1300C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416CE-42F7-3D16-510A-2BAF401EE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E40FE-5412-F1B7-8745-8D453CC2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99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6CB6-D887-658C-B7FA-79FCA5565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373063"/>
            <a:ext cx="10725150" cy="13509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16B04-70DE-2CE1-9DDB-0DB3D6994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1714500"/>
            <a:ext cx="5260975" cy="8397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A19F21-136B-62F9-F77B-D07F5D223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7250" y="2554288"/>
            <a:ext cx="5260975" cy="375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DB9F4C-216C-D100-87B3-878B003110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96025" y="1714500"/>
            <a:ext cx="5286375" cy="8397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9D0F06-6168-E592-6EE1-0A51222766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6025" y="2554288"/>
            <a:ext cx="5286375" cy="375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D48404-402B-BB3A-3C70-8A663BDD7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417AAD-C961-8ECB-7C7A-852059609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71A1BB-E631-C611-0459-D280C3167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41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6A011-289E-4B8F-1CF9-1CC46C447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2827F9-3D49-C709-70CB-C5FEB4C8B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EE711E-3BAE-C5B5-877C-39686A366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BD723-4295-41EC-1F80-779B398E4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647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F7A1CD-DCA6-9DCC-93A2-D3367DDED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F2637B-D79E-AF39-64A5-FE4BFCF66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E2B03-8005-975D-D987-65836D704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14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E886-43E5-69A2-5BDE-5E08C8C2C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466725"/>
            <a:ext cx="4010025" cy="16319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8FB97-A01D-6830-CE18-36081E7A6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6375" y="1006475"/>
            <a:ext cx="6296025" cy="49704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7F96C4-95F9-4732-564F-4371A24B5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7250" y="2098675"/>
            <a:ext cx="4010025" cy="38877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2F4A7-65C3-91EA-0380-ECEA5255B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1AB7D-1A55-8DFA-770D-643C0F82F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11768-80EB-0515-CB18-834166E56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792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0D050-AE94-CF41-9AE3-4152A36F1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466725"/>
            <a:ext cx="4010025" cy="16319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1A4CF3-5678-5504-703C-5F8AB99531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86375" y="1006475"/>
            <a:ext cx="6296025" cy="49704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4D9EB5-A1F8-4DB6-0F7E-6D7A8A381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7250" y="2098675"/>
            <a:ext cx="4010025" cy="38877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4A06F-D2A9-5DDB-D6F5-301C2AF0A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C49984-990B-61CD-AA48-AC61B9BC2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EF457-44D0-AFCA-A69C-747942E03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6249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E2AB6-3227-57A3-8413-53E76E79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50A63-D241-C9E9-41DD-5E2CC350C0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9AA09-52C9-6C3E-BB98-EB6E9216E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B782F-650F-3302-A3CC-99E530736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C915C-FCAF-91AE-ACBE-36811915C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919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857E7F-84CF-1B9E-EF2F-B9328A682D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99525" y="373063"/>
            <a:ext cx="2681288" cy="59261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BB55B-480C-B12D-AFA3-BF5E468CE7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55663" y="373063"/>
            <a:ext cx="7891462" cy="5926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C5921-0D28-EA8B-4059-D11B21B2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A2E97-ECAB-3093-1D38-19D8598EB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86EFD-7EB8-157E-7837-59BB74941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4535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9C52D-7A32-0C55-6FB2-F0247B919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4163" y="1144588"/>
            <a:ext cx="9328150" cy="243522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7564D3-A5F1-E105-364A-C71B92B5B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4163" y="3673475"/>
            <a:ext cx="9328150" cy="16891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79808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2153" y="765713"/>
            <a:ext cx="10972484" cy="712249"/>
          </a:xfrm>
          <a:prstGeom prst="rect">
            <a:avLst/>
          </a:prstGeom>
        </p:spPr>
        <p:txBody>
          <a:bodyPr vert="horz" wrap="square" lIns="146304" tIns="91440" rIns="146304" bIns="9144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731836" y="1668462"/>
            <a:ext cx="10972485" cy="4190999"/>
          </a:xfrm>
          <a:prstGeom prst="rect">
            <a:avLst/>
          </a:prstGeom>
        </p:spPr>
        <p:txBody>
          <a:bodyPr vert="horz" wrap="square" lIns="146304" tIns="91440" rIns="146304" bIns="9144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grpSp>
        <p:nvGrpSpPr>
          <p:cNvPr id="5" name="Group 4" hidden="1"/>
          <p:cNvGrpSpPr/>
          <p:nvPr userDrawn="1"/>
        </p:nvGrpSpPr>
        <p:grpSpPr>
          <a:xfrm>
            <a:off x="12619037" y="0"/>
            <a:ext cx="952400" cy="5766965"/>
            <a:chOff x="12618968" y="0"/>
            <a:chExt cx="952400" cy="5766965"/>
          </a:xfrm>
        </p:grpSpPr>
        <p:grpSp>
          <p:nvGrpSpPr>
            <p:cNvPr id="6" name="Group 5"/>
            <p:cNvGrpSpPr/>
            <p:nvPr userDrawn="1"/>
          </p:nvGrpSpPr>
          <p:grpSpPr>
            <a:xfrm rot="5400000">
              <a:off x="11582060" y="1045295"/>
              <a:ext cx="2703053" cy="629235"/>
              <a:chOff x="1586734" y="4543426"/>
              <a:chExt cx="2703053" cy="629235"/>
            </a:xfrm>
          </p:grpSpPr>
          <p:sp>
            <p:nvSpPr>
              <p:cNvPr id="14" name="Rectangle 13"/>
              <p:cNvSpPr/>
              <p:nvPr userDrawn="1"/>
            </p:nvSpPr>
            <p:spPr bwMode="auto">
              <a:xfrm>
                <a:off x="1586734" y="4543428"/>
                <a:ext cx="869930" cy="289766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0 G:0 B:77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5" name="Rectangle 14"/>
              <p:cNvSpPr/>
              <p:nvPr userDrawn="1"/>
            </p:nvSpPr>
            <p:spPr bwMode="auto">
              <a:xfrm>
                <a:off x="2505456" y="4543427"/>
                <a:ext cx="869930" cy="28976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Blue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R:5</a:t>
                </a:r>
                <a:r>
                  <a:rPr lang="en-US" sz="5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 G:124 B:193</a:t>
                </a:r>
                <a:endParaRPr lang="en-US" sz="500"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6" name="Rectangle 15"/>
              <p:cNvSpPr/>
              <p:nvPr userDrawn="1"/>
            </p:nvSpPr>
            <p:spPr bwMode="auto">
              <a:xfrm>
                <a:off x="3419856" y="4543426"/>
                <a:ext cx="869930" cy="28976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28302">
                          <a:schemeClr val="bg1"/>
                        </a:gs>
                        <a:gs pos="67000">
                          <a:schemeClr val="bg1"/>
                        </a:gs>
                      </a:gsLst>
                      <a:lin ang="5400000" scaled="1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Red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8302">
                          <a:schemeClr val="bg1"/>
                        </a:gs>
                        <a:gs pos="67000">
                          <a:schemeClr val="bg1"/>
                        </a:gs>
                      </a:gsLst>
                      <a:lin ang="5400000" scaled="1"/>
                    </a:gradFill>
                    <a:ea typeface="Segoe UI" pitchFamily="34" charset="0"/>
                    <a:cs typeface="Segoe UI" pitchFamily="34" charset="0"/>
                  </a:rPr>
                  <a:t>R:237</a:t>
                </a:r>
                <a:r>
                  <a:rPr lang="en-US" sz="500" baseline="0">
                    <a:gradFill>
                      <a:gsLst>
                        <a:gs pos="28302">
                          <a:schemeClr val="bg1"/>
                        </a:gs>
                        <a:gs pos="67000">
                          <a:schemeClr val="bg1"/>
                        </a:gs>
                      </a:gsLst>
                      <a:lin ang="5400000" scaled="1"/>
                    </a:gradFill>
                    <a:ea typeface="Segoe UI" pitchFamily="34" charset="0"/>
                    <a:cs typeface="Segoe UI" pitchFamily="34" charset="0"/>
                  </a:rPr>
                  <a:t> G:38 B:36</a:t>
                </a:r>
                <a:endParaRPr lang="en-US" sz="500">
                  <a:gradFill>
                    <a:gsLst>
                      <a:gs pos="28302">
                        <a:schemeClr val="bg1"/>
                      </a:gs>
                      <a:gs pos="67000">
                        <a:schemeClr val="bg1"/>
                      </a:gs>
                    </a:gsLst>
                    <a:lin ang="5400000" scaled="1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7" name="Rectangle 16"/>
              <p:cNvSpPr/>
              <p:nvPr userDrawn="1"/>
            </p:nvSpPr>
            <p:spPr bwMode="auto">
              <a:xfrm>
                <a:off x="1586734" y="4882895"/>
                <a:ext cx="869930" cy="28976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4717">
                          <a:schemeClr val="tx1"/>
                        </a:gs>
                        <a:gs pos="36000">
                          <a:schemeClr val="tx1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Gold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4717">
                          <a:schemeClr val="tx1"/>
                        </a:gs>
                        <a:gs pos="36000">
                          <a:schemeClr val="tx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R:254</a:t>
                </a:r>
                <a:r>
                  <a:rPr lang="en-US" sz="500" baseline="0">
                    <a:gradFill>
                      <a:gsLst>
                        <a:gs pos="4717">
                          <a:schemeClr val="tx1"/>
                        </a:gs>
                        <a:gs pos="36000">
                          <a:schemeClr val="tx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 G:197 B:35</a:t>
                </a:r>
                <a:endParaRPr lang="en-US" sz="500">
                  <a:gradFill>
                    <a:gsLst>
                      <a:gs pos="4717">
                        <a:schemeClr val="tx1"/>
                      </a:gs>
                      <a:gs pos="36000">
                        <a:schemeClr val="tx1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8" name="Rectangle 17"/>
              <p:cNvSpPr/>
              <p:nvPr userDrawn="1"/>
            </p:nvSpPr>
            <p:spPr bwMode="auto">
              <a:xfrm>
                <a:off x="3419857" y="4882895"/>
                <a:ext cx="869930" cy="289766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547">
                          <a:schemeClr val="tx1"/>
                        </a:gs>
                        <a:gs pos="28302">
                          <a:schemeClr val="tx1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Light Green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547">
                          <a:schemeClr val="tx1"/>
                        </a:gs>
                        <a:gs pos="28302">
                          <a:schemeClr val="tx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</a:t>
                </a:r>
                <a:r>
                  <a:rPr lang="en-US" sz="500" baseline="0">
                    <a:gradFill>
                      <a:gsLst>
                        <a:gs pos="7547">
                          <a:schemeClr val="tx1"/>
                        </a:gs>
                        <a:gs pos="28302">
                          <a:schemeClr val="tx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186 G:216 B:10</a:t>
                </a:r>
                <a:endParaRPr lang="en-US" sz="500">
                  <a:gradFill>
                    <a:gsLst>
                      <a:gs pos="7547">
                        <a:schemeClr val="tx1"/>
                      </a:gs>
                      <a:gs pos="28302">
                        <a:schemeClr val="tx1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9" name="Rectangle 18"/>
              <p:cNvSpPr/>
              <p:nvPr userDrawn="1"/>
            </p:nvSpPr>
            <p:spPr bwMode="auto">
              <a:xfrm>
                <a:off x="2505456" y="4882895"/>
                <a:ext cx="869930" cy="28976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76415">
                          <a:schemeClr val="bg1"/>
                        </a:gs>
                        <a:gs pos="52000">
                          <a:schemeClr val="bg1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Teal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76415">
                          <a:schemeClr val="bg1"/>
                        </a:gs>
                        <a:gs pos="52000">
                          <a:schemeClr val="bg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R:0</a:t>
                </a:r>
                <a:r>
                  <a:rPr lang="en-US" sz="500" baseline="0">
                    <a:gradFill>
                      <a:gsLst>
                        <a:gs pos="76415">
                          <a:schemeClr val="bg1"/>
                        </a:gs>
                        <a:gs pos="52000">
                          <a:schemeClr val="bg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 G:130 B:114</a:t>
                </a:r>
                <a:endParaRPr lang="en-US" sz="500">
                  <a:gradFill>
                    <a:gsLst>
                      <a:gs pos="76415">
                        <a:schemeClr val="bg1"/>
                      </a:gs>
                      <a:gs pos="52000">
                        <a:schemeClr val="bg1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grpSp>
          <p:nvGrpSpPr>
            <p:cNvPr id="8" name="Group 7"/>
            <p:cNvGrpSpPr/>
            <p:nvPr userDrawn="1"/>
          </p:nvGrpSpPr>
          <p:grpSpPr>
            <a:xfrm rot="5400000">
              <a:off x="11412325" y="4270556"/>
              <a:ext cx="2703052" cy="289766"/>
              <a:chOff x="4476564" y="4543426"/>
              <a:chExt cx="2703052" cy="289766"/>
            </a:xfrm>
          </p:grpSpPr>
          <p:sp>
            <p:nvSpPr>
              <p:cNvPr id="11" name="Rectangle 10"/>
              <p:cNvSpPr/>
              <p:nvPr userDrawn="1"/>
            </p:nvSpPr>
            <p:spPr bwMode="auto">
              <a:xfrm>
                <a:off x="5395286" y="4543426"/>
                <a:ext cx="869930" cy="289766"/>
              </a:xfrm>
              <a:prstGeom prst="rect">
                <a:avLst/>
              </a:prstGeom>
              <a:solidFill>
                <a:srgbClr val="00BCF2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>
                    <a:gradFill>
                      <a:gsLst>
                        <a:gs pos="16981">
                          <a:schemeClr val="tx1"/>
                        </a:gs>
                        <a:gs pos="48000">
                          <a:schemeClr val="tx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Light Blue</a:t>
                </a:r>
              </a:p>
              <a:p>
                <a:pPr lvl="0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baseline="0">
                    <a:gradFill>
                      <a:gsLst>
                        <a:gs pos="16981">
                          <a:schemeClr val="tx1"/>
                        </a:gs>
                        <a:gs pos="48000">
                          <a:schemeClr val="tx1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R:0 G:188 B:242</a:t>
                </a:r>
              </a:p>
            </p:txBody>
          </p:sp>
          <p:sp>
            <p:nvSpPr>
              <p:cNvPr id="12" name="Rectangle 11"/>
              <p:cNvSpPr/>
              <p:nvPr userDrawn="1"/>
            </p:nvSpPr>
            <p:spPr bwMode="auto">
              <a:xfrm>
                <a:off x="6309686" y="4543426"/>
                <a:ext cx="869930" cy="289766"/>
              </a:xfrm>
              <a:prstGeom prst="rect">
                <a:avLst/>
              </a:prstGeom>
              <a:solidFill>
                <a:srgbClr val="004B50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Dark Teal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R:0</a:t>
                </a:r>
                <a:r>
                  <a:rPr lang="en-US" sz="500" baseline="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 G:75 B:80</a:t>
                </a:r>
              </a:p>
            </p:txBody>
          </p:sp>
          <p:sp>
            <p:nvSpPr>
              <p:cNvPr id="13" name="Rectangle 12"/>
              <p:cNvSpPr/>
              <p:nvPr userDrawn="1"/>
            </p:nvSpPr>
            <p:spPr bwMode="auto">
              <a:xfrm>
                <a:off x="4476564" y="4543426"/>
                <a:ext cx="869930" cy="289766"/>
              </a:xfrm>
              <a:prstGeom prst="rect">
                <a:avLst/>
              </a:prstGeom>
              <a:solidFill>
                <a:srgbClr val="969696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algn="l" defTabSz="932472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 b="1" kern="1200" baseline="0">
                    <a:gradFill>
                      <a:gsLst>
                        <a:gs pos="2830">
                          <a:schemeClr val="bg2">
                            <a:lumMod val="10000"/>
                          </a:schemeClr>
                        </a:gs>
                        <a:gs pos="16981">
                          <a:schemeClr val="bg2">
                            <a:lumMod val="10000"/>
                          </a:schemeClr>
                        </a:gs>
                      </a:gsLst>
                      <a:lin ang="5400000" scaled="0"/>
                    </a:gradFill>
                    <a:latin typeface="+mn-lt"/>
                    <a:ea typeface="Segoe UI" pitchFamily="34" charset="0"/>
                    <a:cs typeface="Segoe UI" pitchFamily="34" charset="0"/>
                  </a:rPr>
                  <a:t>Gray</a:t>
                </a:r>
              </a:p>
              <a:p>
                <a:pPr algn="l" defTabSz="932472" fontAlgn="base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500">
                    <a:gradFill>
                      <a:gsLst>
                        <a:gs pos="2830">
                          <a:schemeClr val="bg2">
                            <a:lumMod val="10000"/>
                          </a:schemeClr>
                        </a:gs>
                        <a:gs pos="16981">
                          <a:schemeClr val="bg2">
                            <a:lumMod val="10000"/>
                          </a:schemeClr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R:150</a:t>
                </a:r>
                <a:r>
                  <a:rPr lang="en-US" sz="500" baseline="0">
                    <a:gradFill>
                      <a:gsLst>
                        <a:gs pos="2830">
                          <a:schemeClr val="bg2">
                            <a:lumMod val="10000"/>
                          </a:schemeClr>
                        </a:gs>
                        <a:gs pos="16981">
                          <a:schemeClr val="bg2">
                            <a:lumMod val="10000"/>
                          </a:schemeClr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rPr>
                  <a:t> G:150 B:150</a:t>
                </a:r>
                <a:endParaRPr lang="en-US" sz="500">
                  <a:gradFill>
                    <a:gsLst>
                      <a:gs pos="2830">
                        <a:schemeClr val="bg2">
                          <a:lumMod val="10000"/>
                        </a:schemeClr>
                      </a:gs>
                      <a:gs pos="16981">
                        <a:schemeClr val="bg2">
                          <a:lumMod val="10000"/>
                        </a:schemeClr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9" name="TextBox 8"/>
            <p:cNvSpPr txBox="1"/>
            <p:nvPr userDrawn="1"/>
          </p:nvSpPr>
          <p:spPr>
            <a:xfrm rot="5400000">
              <a:off x="12988035" y="260168"/>
              <a:ext cx="843501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Main colors</a:t>
              </a:r>
            </a:p>
          </p:txBody>
        </p:sp>
        <p:sp>
          <p:nvSpPr>
            <p:cNvPr id="10" name="TextBox 9"/>
            <p:cNvSpPr txBox="1"/>
            <p:nvPr userDrawn="1"/>
          </p:nvSpPr>
          <p:spPr>
            <a:xfrm rot="5400000">
              <a:off x="11742070" y="4230580"/>
              <a:ext cx="2656496" cy="323165"/>
            </a:xfrm>
            <a:prstGeom prst="rect">
              <a:avLst/>
            </a:prstGeom>
            <a:noFill/>
          </p:spPr>
          <p:txBody>
            <a:bodyPr wrap="none" lIns="0" tIns="91440" rIns="182880" bIns="91440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Secondary colors (use only when</a:t>
              </a:r>
              <a:r>
                <a:rPr lang="en-US" sz="1000" baseline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 necessary)</a:t>
              </a:r>
              <a:endParaRPr lang="en-US" sz="100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B521CD24-D579-6250-9F9D-FD9139D8F712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350375" y="343643"/>
            <a:ext cx="3086100" cy="10922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58F9EF9-9A00-C7DD-6B3C-0760A62AD132}"/>
              </a:ext>
            </a:extLst>
          </p:cNvPr>
          <p:cNvSpPr/>
          <p:nvPr userDrawn="1"/>
        </p:nvSpPr>
        <p:spPr bwMode="auto">
          <a:xfrm>
            <a:off x="-3" y="0"/>
            <a:ext cx="12436477" cy="3570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249377A-F4E2-F2B6-1291-981F2844CB82}"/>
              </a:ext>
            </a:extLst>
          </p:cNvPr>
          <p:cNvSpPr/>
          <p:nvPr userDrawn="1"/>
        </p:nvSpPr>
        <p:spPr bwMode="auto">
          <a:xfrm>
            <a:off x="-3" y="6637474"/>
            <a:ext cx="12436478" cy="357051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A223CEF-0055-62EC-2EA9-B762EC3CD697}"/>
              </a:ext>
            </a:extLst>
          </p:cNvPr>
          <p:cNvCxnSpPr/>
          <p:nvPr userDrawn="1"/>
        </p:nvCxnSpPr>
        <p:spPr>
          <a:xfrm>
            <a:off x="-4" y="385588"/>
            <a:ext cx="12436478" cy="0"/>
          </a:xfrm>
          <a:prstGeom prst="line">
            <a:avLst/>
          </a:prstGeom>
          <a:ln w="53975">
            <a:solidFill>
              <a:srgbClr val="F5912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bject 10">
            <a:extLst>
              <a:ext uri="{FF2B5EF4-FFF2-40B4-BE49-F238E27FC236}">
                <a16:creationId xmlns:a16="http://schemas.microsoft.com/office/drawing/2014/main" id="{FDAC7605-1A2A-2BC3-3AC8-3BD446317472}"/>
              </a:ext>
            </a:extLst>
          </p:cNvPr>
          <p:cNvSpPr txBox="1"/>
          <p:nvPr userDrawn="1"/>
        </p:nvSpPr>
        <p:spPr>
          <a:xfrm>
            <a:off x="9752328" y="6715566"/>
            <a:ext cx="2684147" cy="200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300" spc="215">
                <a:solidFill>
                  <a:srgbClr val="3C474C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rPr baseline="0" dirty="0">
                <a:solidFill>
                  <a:schemeClr val="bg1"/>
                </a:solidFill>
              </a:rPr>
              <a:t>@</a:t>
            </a:r>
            <a:r>
              <a:rPr spc="-65" baseline="0" dirty="0">
                <a:solidFill>
                  <a:schemeClr val="bg1"/>
                </a:solidFill>
              </a:rPr>
              <a:t> </a:t>
            </a:r>
            <a:r>
              <a:rPr spc="-50" baseline="0" dirty="0">
                <a:solidFill>
                  <a:schemeClr val="bg1"/>
                </a:solidFill>
              </a:rPr>
              <a:t>202</a:t>
            </a:r>
            <a:r>
              <a:rPr lang="en-US" spc="-50" baseline="0" dirty="0">
                <a:solidFill>
                  <a:schemeClr val="bg1"/>
                </a:solidFill>
              </a:rPr>
              <a:t>5</a:t>
            </a:r>
            <a:r>
              <a:rPr spc="-65" baseline="0" dirty="0">
                <a:solidFill>
                  <a:schemeClr val="bg1"/>
                </a:solidFill>
              </a:rPr>
              <a:t> </a:t>
            </a:r>
            <a:r>
              <a:rPr spc="60" baseline="0" dirty="0">
                <a:solidFill>
                  <a:schemeClr val="bg1"/>
                </a:solidFill>
              </a:rPr>
              <a:t>Dynamic</a:t>
            </a:r>
            <a:r>
              <a:rPr spc="-65" baseline="0" dirty="0">
                <a:solidFill>
                  <a:schemeClr val="bg1"/>
                </a:solidFill>
              </a:rPr>
              <a:t> </a:t>
            </a:r>
            <a:r>
              <a:rPr spc="40" baseline="0" dirty="0">
                <a:solidFill>
                  <a:schemeClr val="bg1"/>
                </a:solidFill>
              </a:rPr>
              <a:t>Communities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5" r:id="rId1"/>
    <p:sldLayoutId id="2147484314" r:id="rId2"/>
    <p:sldLayoutId id="2147484339" r:id="rId3"/>
    <p:sldLayoutId id="2147484295" r:id="rId4"/>
    <p:sldLayoutId id="2147484297" r:id="rId5"/>
    <p:sldLayoutId id="2147484264" r:id="rId6"/>
    <p:sldLayoutId id="2147484337" r:id="rId7"/>
    <p:sldLayoutId id="2147484341" r:id="rId8"/>
    <p:sldLayoutId id="2147484344" r:id="rId9"/>
    <p:sldLayoutId id="2147484365" r:id="rId10"/>
    <p:sldLayoutId id="2147484347" r:id="rId11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400" b="1" i="0" kern="1200" cap="none" spc="-102" baseline="0" dirty="0" smtClean="0">
          <a:ln w="3175">
            <a:noFill/>
          </a:ln>
          <a:solidFill>
            <a:srgbClr val="1E275C"/>
          </a:solidFill>
          <a:effectLst/>
          <a:latin typeface="Segoe" panose="020B0502040200020203" pitchFamily="34" charset="77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600" kern="1200" spc="0" baseline="0">
          <a:solidFill>
            <a:srgbClr val="000000"/>
          </a:solidFill>
          <a:latin typeface="+mn-lt"/>
          <a:ea typeface="+mn-ea"/>
          <a:cs typeface="Segoe UI" panose="020B0502040204020203" pitchFamily="34" charset="0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800" kern="1200" spc="0" baseline="0">
          <a:solidFill>
            <a:srgbClr val="000000"/>
          </a:soli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solidFill>
            <a:srgbClr val="000000"/>
          </a:soli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33" userDrawn="1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40" userDrawn="1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05CEBA-2515-2B2D-E729-A0429CFDE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663" y="373063"/>
            <a:ext cx="10725150" cy="1350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E5176-9F35-35F4-9F58-8999CDAD2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663" y="1862138"/>
            <a:ext cx="10725150" cy="4437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DDD3F-B92D-F18C-30AE-AB40DA502B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5663" y="648335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419FB-D837-7647-AC90-84F19AB974CA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22FAE-66D8-8757-6FC4-9872E71BC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9563" y="6483350"/>
            <a:ext cx="4197350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052C6-8BA9-0863-F91D-6A455ABCF8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83638" y="6483350"/>
            <a:ext cx="2797175" cy="371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03BB20-E12A-E14B-92E8-05542924B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830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4" r:id="rId1"/>
    <p:sldLayoutId id="2147484355" r:id="rId2"/>
    <p:sldLayoutId id="2147484356" r:id="rId3"/>
    <p:sldLayoutId id="2147484357" r:id="rId4"/>
    <p:sldLayoutId id="2147484358" r:id="rId5"/>
    <p:sldLayoutId id="2147484359" r:id="rId6"/>
    <p:sldLayoutId id="2147484360" r:id="rId7"/>
    <p:sldLayoutId id="2147484361" r:id="rId8"/>
    <p:sldLayoutId id="2147484362" r:id="rId9"/>
    <p:sldLayoutId id="2147484363" r:id="rId10"/>
    <p:sldLayoutId id="21474843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D9A7C-1210-A2E3-4936-753F4D448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663" y="373063"/>
            <a:ext cx="10725150" cy="1350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0E567-B43C-F191-A69E-49D27BDB9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5663" y="1862138"/>
            <a:ext cx="10725150" cy="4437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4463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cDA3_5982h8?feature=oembe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thanClouseAX/AAXDataEntities/blob/master/AAX%20Data%20Entities/AxDataEntityView/AAXCustomerContactInfoEntity.xml#L52" TargetMode="Externa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stoneridgesoftware.com/d365-finance-and-operations-13-key-tips-to-elevate-your-distribution-operations/" TargetMode="External"/><Relationship Id="rId2" Type="http://schemas.openxmlformats.org/officeDocument/2006/relationships/hyperlink" Target="https://www.linkedin.com/pulse/61-useful-tips-d365-finance-operations-peter-k--sjmne/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randgroup.com/insights/tip-of-the-month/finance-operations-totm/d365-fo-tip-of-the-month-mass-updates-with-edit-in-bulk-feature/" TargetMode="External"/><Relationship Id="rId4" Type="http://schemas.openxmlformats.org/officeDocument/2006/relationships/hyperlink" Target="https://www.linkedin.com/pulse/practical-guide-data-management-framework-dmf-a9q4f/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ity with a lake surrounded by trees&#10;&#10;Description automatically generated">
            <a:extLst>
              <a:ext uri="{FF2B5EF4-FFF2-40B4-BE49-F238E27FC236}">
                <a16:creationId xmlns:a16="http://schemas.microsoft.com/office/drawing/2014/main" id="{ACABE36D-9779-55C1-2EB9-959B34A2DF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0" y="6321"/>
            <a:ext cx="12447738" cy="6988203"/>
          </a:xfrm>
          <a:prstGeom prst="rect">
            <a:avLst/>
          </a:prstGeom>
        </p:spPr>
      </p:pic>
      <p:pic>
        <p:nvPicPr>
          <p:cNvPr id="17" name="Picture 16" descr="A picture containing font, graphics, graphic design, text&#10;&#10;Description automatically generated">
            <a:extLst>
              <a:ext uri="{FF2B5EF4-FFF2-40B4-BE49-F238E27FC236}">
                <a16:creationId xmlns:a16="http://schemas.microsoft.com/office/drawing/2014/main" id="{DA7104A4-1876-F218-924C-1DBE7991C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936" y="854072"/>
            <a:ext cx="7658101" cy="17730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1F283B-2ED3-34AA-C2A9-C297486AB75C}"/>
              </a:ext>
            </a:extLst>
          </p:cNvPr>
          <p:cNvSpPr txBox="1"/>
          <p:nvPr/>
        </p:nvSpPr>
        <p:spPr>
          <a:xfrm>
            <a:off x="46037" y="5652619"/>
            <a:ext cx="6172200" cy="1081835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b="1" dirty="0">
                <a:solidFill>
                  <a:srgbClr val="1B4499"/>
                </a:solidFill>
                <a:latin typeface="Poppins SemiBold" pitchFamily="2" charset="77"/>
                <a:ea typeface="Helvetica Neue Condensed Black" panose="02000503000000020004" pitchFamily="2" charset="0"/>
                <a:cs typeface="Poppins SemiBold" pitchFamily="2" charset="77"/>
              </a:rPr>
              <a:t>Orlando, FL </a:t>
            </a:r>
            <a:br>
              <a:rPr lang="en-US" sz="2800" b="1" dirty="0">
                <a:solidFill>
                  <a:srgbClr val="1B4499"/>
                </a:solidFill>
                <a:latin typeface="Poppins SemiBold" pitchFamily="2" charset="77"/>
                <a:ea typeface="Helvetica Neue Condensed Black" panose="02000503000000020004" pitchFamily="2" charset="0"/>
                <a:cs typeface="Poppins SemiBold" pitchFamily="2" charset="77"/>
              </a:rPr>
            </a:br>
            <a:r>
              <a:rPr lang="en-US" sz="2800" b="1" dirty="0">
                <a:solidFill>
                  <a:srgbClr val="1B4499"/>
                </a:solidFill>
                <a:latin typeface="Poppins SemiBold" pitchFamily="2" charset="77"/>
                <a:ea typeface="Helvetica Neue Condensed Black" panose="02000503000000020004" pitchFamily="2" charset="0"/>
                <a:cs typeface="Poppins SemiBold" pitchFamily="2" charset="77"/>
              </a:rPr>
              <a:t>October 19-23, 2025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A28B35-846E-E9DF-A6FD-4248B8456C2C}"/>
              </a:ext>
            </a:extLst>
          </p:cNvPr>
          <p:cNvSpPr txBox="1"/>
          <p:nvPr/>
        </p:nvSpPr>
        <p:spPr>
          <a:xfrm>
            <a:off x="3397893" y="2645229"/>
            <a:ext cx="7565281" cy="1348061"/>
          </a:xfrm>
          <a:prstGeom prst="rect">
            <a:avLst/>
          </a:prstGeom>
          <a:noFill/>
        </p:spPr>
        <p:txBody>
          <a:bodyPr wrap="square" lIns="182880" tIns="146304" rIns="182880" bIns="146304" rtlCol="0" anchor="t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800" dirty="0">
                <a:solidFill>
                  <a:srgbClr val="1B4499"/>
                </a:solidFill>
                <a:latin typeface="segoe ui black"/>
                <a:ea typeface="segoe ui black"/>
                <a:cs typeface="Poppins SemiBold"/>
              </a:rPr>
              <a:t>FINANCE &amp;</a:t>
            </a:r>
            <a:br>
              <a:rPr lang="en-US" sz="3800" dirty="0">
                <a:solidFill>
                  <a:srgbClr val="1B4499"/>
                </a:solidFill>
                <a:latin typeface="segoe ui black"/>
                <a:ea typeface="segoe ui black"/>
                <a:cs typeface="Poppins SemiBold"/>
              </a:rPr>
            </a:br>
            <a:r>
              <a:rPr lang="en-US" sz="3800" dirty="0">
                <a:solidFill>
                  <a:srgbClr val="1B4499"/>
                </a:solidFill>
                <a:latin typeface="segoe ui black"/>
                <a:ea typeface="segoe ui black"/>
                <a:cs typeface="Poppins SemiBold"/>
              </a:rPr>
              <a:t>SUPPLY CHAIN/F&amp;O</a:t>
            </a:r>
          </a:p>
        </p:txBody>
      </p:sp>
      <p:pic>
        <p:nvPicPr>
          <p:cNvPr id="13" name="Picture 12" descr="A blue and white hexagon with text and palm trees&#10;&#10;Description automatically generated">
            <a:extLst>
              <a:ext uri="{FF2B5EF4-FFF2-40B4-BE49-F238E27FC236}">
                <a16:creationId xmlns:a16="http://schemas.microsoft.com/office/drawing/2014/main" id="{ACEDB42A-C09D-ABA5-F585-DB6EB3E56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7630" y="3465086"/>
            <a:ext cx="2998731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662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A9AF1B0-4DAB-4458-0669-0DCD524BE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637" y="1935162"/>
            <a:ext cx="6077634" cy="3576996"/>
          </a:xfrm>
          <a:ln>
            <a:noFill/>
          </a:ln>
        </p:spPr>
        <p:txBody>
          <a:bodyPr/>
          <a:lstStyle>
            <a:lvl1pPr>
              <a:defRPr sz="4400"/>
            </a:lvl1pPr>
          </a:lstStyle>
          <a:p>
            <a:r>
              <a:rPr lang="en-US" dirty="0"/>
              <a:t>The Fast &amp; The Data-Migrated: Speeding Through F&amp;O Data Migrations Without Crashing</a:t>
            </a:r>
            <a:endParaRPr lang="en-US" b="1" dirty="0">
              <a:solidFill>
                <a:srgbClr val="1E27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05711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8224C304-05A7-44B6-975F-DC60856AFE1C}"/>
              </a:ext>
            </a:extLst>
          </p:cNvPr>
          <p:cNvSpPr/>
          <p:nvPr/>
        </p:nvSpPr>
        <p:spPr bwMode="auto">
          <a:xfrm>
            <a:off x="4149059" y="1581589"/>
            <a:ext cx="1924050" cy="1958614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C5DD785-8942-4EC5-A5C9-5C5C894D558A}"/>
              </a:ext>
            </a:extLst>
          </p:cNvPr>
          <p:cNvSpPr txBox="1">
            <a:spLocks/>
          </p:cNvSpPr>
          <p:nvPr/>
        </p:nvSpPr>
        <p:spPr>
          <a:xfrm>
            <a:off x="3500565" y="3649662"/>
            <a:ext cx="3221037" cy="2243059"/>
          </a:xfrm>
          <a:prstGeom prst="rect">
            <a:avLst/>
          </a:prstGeom>
        </p:spPr>
        <p:txBody>
          <a:bodyPr/>
          <a:lstStyle>
            <a:lvl1pPr marL="342900" marR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36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1pPr>
            <a:lvl2pPr marL="584200" marR="0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2pPr>
            <a:lvl3pPr marL="8001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3pPr>
            <a:lvl4pPr marL="10287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4pPr>
            <a:lvl5pPr marL="1257300" marR="0" indent="-2286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Segoe UI" panose="020B0502040204020203" pitchFamily="34" charset="0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Nathan Clouse</a:t>
            </a:r>
          </a:p>
          <a:p>
            <a:pPr marL="0" indent="0" algn="ctr">
              <a:buNone/>
            </a:pPr>
            <a:r>
              <a:rPr lang="en-US" sz="1800" dirty="0"/>
              <a:t>Sr. Director, D365 Solutions</a:t>
            </a:r>
          </a:p>
          <a:p>
            <a:pPr marL="0" indent="0" algn="ctr">
              <a:buNone/>
            </a:pPr>
            <a:r>
              <a:rPr lang="en-US" sz="1800" dirty="0" err="1"/>
              <a:t>WineShipping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/>
              <a:t>6x MVP</a:t>
            </a:r>
            <a:br>
              <a:rPr lang="en-US" sz="1800" dirty="0"/>
            </a:br>
            <a:r>
              <a:rPr lang="en-US" sz="1800" dirty="0"/>
              <a:t>atomicax.com</a:t>
            </a:r>
            <a:br>
              <a:rPr lang="en-US" sz="1800" dirty="0"/>
            </a:br>
            <a:r>
              <a:rPr lang="en-US" sz="1800" dirty="0"/>
              <a:t>dynamics.fo</a:t>
            </a:r>
          </a:p>
          <a:p>
            <a:pPr marL="0" indent="0" algn="ctr">
              <a:buNone/>
            </a:pPr>
            <a:r>
              <a:rPr lang="en-US" sz="1800" dirty="0"/>
              <a:t>Nathan.clouse@gmail.com</a:t>
            </a:r>
          </a:p>
        </p:txBody>
      </p:sp>
      <p:pic>
        <p:nvPicPr>
          <p:cNvPr id="12" name="Picture 11" descr="A person wearing glasses smiling&#10;&#10;AI-generated content may be incorrect.">
            <a:extLst>
              <a:ext uri="{FF2B5EF4-FFF2-40B4-BE49-F238E27FC236}">
                <a16:creationId xmlns:a16="http://schemas.microsoft.com/office/drawing/2014/main" id="{E347E7AF-81B9-63A5-93E7-25302E0F7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993" y="1101803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31885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CE6F4F-34A7-9B1E-CBDE-E2584E87A2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4041" y="1672535"/>
            <a:ext cx="7844496" cy="4632253"/>
          </a:xfrm>
        </p:spPr>
        <p:txBody>
          <a:bodyPr/>
          <a:lstStyle/>
          <a:p>
            <a:r>
              <a:rPr lang="en-US" sz="1800" dirty="0"/>
              <a:t>Start Your Engines</a:t>
            </a:r>
          </a:p>
          <a:p>
            <a:pPr lvl="1"/>
            <a:r>
              <a:rPr lang="en-US" dirty="0"/>
              <a:t>What is data migration</a:t>
            </a:r>
          </a:p>
          <a:p>
            <a:r>
              <a:rPr lang="en-US" dirty="0"/>
              <a:t>Building Your Racecar</a:t>
            </a:r>
          </a:p>
          <a:p>
            <a:pPr lvl="1"/>
            <a:r>
              <a:rPr lang="en-US" dirty="0"/>
              <a:t>Intro</a:t>
            </a:r>
          </a:p>
          <a:p>
            <a:r>
              <a:rPr lang="en-US" dirty="0"/>
              <a:t>Turbocharging Performance</a:t>
            </a:r>
          </a:p>
          <a:p>
            <a:pPr lvl="1"/>
            <a:r>
              <a:rPr lang="en-US" dirty="0"/>
              <a:t>Misc Learnings over the years</a:t>
            </a:r>
          </a:p>
          <a:p>
            <a:pPr lvl="1"/>
            <a:r>
              <a:rPr lang="en-US" dirty="0"/>
              <a:t>Precision Steering</a:t>
            </a:r>
          </a:p>
          <a:p>
            <a:pPr lvl="2"/>
            <a:r>
              <a:rPr lang="en-US" dirty="0"/>
              <a:t>Mapping tips and tricks</a:t>
            </a:r>
          </a:p>
          <a:p>
            <a:pPr lvl="1"/>
            <a:r>
              <a:rPr lang="en-US" dirty="0"/>
              <a:t>Avoiding the Wreck</a:t>
            </a:r>
          </a:p>
          <a:p>
            <a:pPr lvl="2"/>
            <a:r>
              <a:rPr lang="en-US" dirty="0"/>
              <a:t>Troubleshooting</a:t>
            </a:r>
          </a:p>
          <a:p>
            <a:r>
              <a:rPr lang="en-US" dirty="0"/>
              <a:t>Automation and Scaling</a:t>
            </a:r>
          </a:p>
          <a:p>
            <a:r>
              <a:rPr lang="en-US" dirty="0"/>
              <a:t>“It does what I want but I want it to go faster”</a:t>
            </a:r>
          </a:p>
        </p:txBody>
      </p:sp>
    </p:spTree>
    <p:extLst>
      <p:ext uri="{BB962C8B-B14F-4D97-AF65-F5344CB8AC3E}">
        <p14:creationId xmlns:p14="http://schemas.microsoft.com/office/powerpoint/2010/main" val="422791224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3A5C0-9845-5258-9E0C-2B3C18D3A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Your Engines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A609D-A594-25B4-4114-7533C3825C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400" dirty="0"/>
              <a:t>Why migration is more than a one-time task — it’s a performance-critical project.</a:t>
            </a:r>
          </a:p>
          <a:p>
            <a:r>
              <a:rPr lang="en-US" sz="2400" dirty="0"/>
              <a:t>Go-Live formula:</a:t>
            </a:r>
          </a:p>
          <a:p>
            <a:r>
              <a:rPr lang="en-US" sz="2400" dirty="0"/>
              <a:t>Configs + Data Migration = Production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D98FB-0954-376C-FDB6-BD71A9EA3D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CA19E14-97B3-00B4-3FA8-826DC47B6F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4982539"/>
              </p:ext>
            </p:extLst>
          </p:nvPr>
        </p:nvGraphicFramePr>
        <p:xfrm>
          <a:off x="5761037" y="1477962"/>
          <a:ext cx="7035991" cy="4582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6057198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6676F8E-E3C8-6B62-C476-A7F6F2CF26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1333460"/>
              </p:ext>
            </p:extLst>
          </p:nvPr>
        </p:nvGraphicFramePr>
        <p:xfrm>
          <a:off x="1603420" y="444320"/>
          <a:ext cx="9266349" cy="61303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427482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42E41-027B-5E4F-B110-C8EA77123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8CCBF-D7E1-DAA7-C968-0F14285873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Key migration phases: planning - when</a:t>
            </a:r>
          </a:p>
          <a:p>
            <a:r>
              <a:rPr lang="en-US" dirty="0"/>
              <a:t>Staging - how</a:t>
            </a:r>
          </a:p>
          <a:p>
            <a:r>
              <a:rPr lang="en-US" dirty="0"/>
              <a:t>Transformation - where</a:t>
            </a:r>
          </a:p>
          <a:p>
            <a:r>
              <a:rPr lang="en-US" dirty="0"/>
              <a:t>Validation - what</a:t>
            </a:r>
          </a:p>
          <a:p>
            <a:r>
              <a:rPr lang="en-US" dirty="0"/>
              <a:t>Go-live - who</a:t>
            </a:r>
          </a:p>
          <a:p>
            <a:r>
              <a:rPr lang="en-US" dirty="0"/>
              <a:t>(This is not a complete list)</a:t>
            </a:r>
          </a:p>
          <a:p>
            <a:endParaRPr lang="en-US" dirty="0"/>
          </a:p>
        </p:txBody>
      </p:sp>
      <p:sp>
        <p:nvSpPr>
          <p:cNvPr id="6" name="AutoShape 4" descr="Data Migration Strategy: Best Practices and Key Pitfalls | DICEUS">
            <a:extLst>
              <a:ext uri="{FF2B5EF4-FFF2-40B4-BE49-F238E27FC236}">
                <a16:creationId xmlns:a16="http://schemas.microsoft.com/office/drawing/2014/main" id="{758A240F-B9A1-AC84-12E3-2D13C60F06D6}"/>
              </a:ext>
            </a:extLst>
          </p:cNvPr>
          <p:cNvSpPr>
            <a:spLocks noGrp="1" noChangeAspect="1" noChangeArrowheads="1"/>
          </p:cNvSpPr>
          <p:nvPr>
            <p:ph type="body" sz="quarter" idx="1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23F88D-7B3F-F9D7-A076-4CDCD309A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037" y="1668462"/>
            <a:ext cx="6342857" cy="43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9024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49C00F-ACCA-7FF5-59BB-C879742F1C55}"/>
              </a:ext>
            </a:extLst>
          </p:cNvPr>
          <p:cNvSpPr txBox="1"/>
          <p:nvPr/>
        </p:nvSpPr>
        <p:spPr>
          <a:xfrm>
            <a:off x="3101550" y="5922333"/>
            <a:ext cx="6233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https://www.youtube.com/watch?v=cDA3_5982h8</a:t>
            </a:r>
          </a:p>
        </p:txBody>
      </p:sp>
      <p:pic>
        <p:nvPicPr>
          <p:cNvPr id="8" name="Online Media 7" title="Exact Instructions Challenge - THIS is why my kids hate me. | Josh Darnit">
            <a:hlinkClick r:id="" action="ppaction://media"/>
            <a:extLst>
              <a:ext uri="{FF2B5EF4-FFF2-40B4-BE49-F238E27FC236}">
                <a16:creationId xmlns:a16="http://schemas.microsoft.com/office/drawing/2014/main" id="{52E00743-F74E-B079-64BB-196266EC5EE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918791" y="1037230"/>
            <a:ext cx="8460332" cy="478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2882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C96CFA-8CB9-E47A-0282-CB48A9855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1428"/>
            <a:ext cx="12436475" cy="544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20937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8185A-BC93-94EA-C534-67F026873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9F1A3-DF08-0EF2-72A7-90F4A9284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Racecar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81430-9585-EA33-AA81-F9B7C8673E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2800" dirty="0"/>
              <a:t>Anatomy of a data project: entities, data packages, and project configurations.</a:t>
            </a:r>
          </a:p>
          <a:p>
            <a:r>
              <a:rPr lang="en-US" sz="2800" dirty="0"/>
              <a:t>Import vs. export strategies and when to use each.</a:t>
            </a:r>
          </a:p>
          <a:p>
            <a:r>
              <a:rPr lang="en-US" sz="2800" dirty="0"/>
              <a:t>Tips for setting up a “clean track”: prerequisites, templates, and environment prep.</a:t>
            </a:r>
          </a:p>
          <a:p>
            <a:endParaRPr 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FAFB2C-1836-01FC-53BB-6AFF8337AF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What Happened to the Fast and Furious Cars? – Pedal Commander®">
            <a:extLst>
              <a:ext uri="{FF2B5EF4-FFF2-40B4-BE49-F238E27FC236}">
                <a16:creationId xmlns:a16="http://schemas.microsoft.com/office/drawing/2014/main" id="{3E2BE297-2EEB-2059-622B-A45FDD0B1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659" y="2025353"/>
            <a:ext cx="5579556" cy="3139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329941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3024F-CF52-E931-63B5-F210F948F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FAA35-1D8B-091A-6838-E38AFFECE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the Racecar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F876F-DE27-5A7F-4741-2788B4E08F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Overview of DMF</a:t>
            </a:r>
          </a:p>
          <a:p>
            <a:r>
              <a:rPr lang="en-US" dirty="0"/>
              <a:t>Data entities</a:t>
            </a:r>
          </a:p>
          <a:p>
            <a:r>
              <a:rPr lang="en-US" dirty="0"/>
              <a:t>Data package</a:t>
            </a:r>
          </a:p>
          <a:p>
            <a:r>
              <a:rPr lang="en-US" dirty="0"/>
              <a:t>Data project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9EB2A-919A-45A7-31B1-25E6E6B3E9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132C2A-344A-A5EA-E1DF-7426AFB988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" b="3201"/>
          <a:stretch/>
        </p:blipFill>
        <p:spPr>
          <a:xfrm>
            <a:off x="7376409" y="1668462"/>
            <a:ext cx="3479151" cy="491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67866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51F2B-2E09-A594-9804-E28B3209F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A50C6-061C-3993-85B1-C0DDBC1E9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Entity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26880-BC10-78B8-2DF1-90D737494E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71600-C990-3F49-A9D7-32E644FD253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C0DE5DFA-B274-21AD-0C31-111A08C0B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948" y="2389578"/>
            <a:ext cx="7009521" cy="3066667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7117AD96-8F15-F842-7551-ED0F6C17C2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364" y="3034047"/>
            <a:ext cx="1596665" cy="888865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051999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C17DD-EF51-2A64-4E15-750B6EB46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778F9-69F2-22ED-5888-503752264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F2CB0-9C69-5A9E-13B4-EBF9C9DA8C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05FFE-3F84-39FC-42C7-D5ABAA1AD8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BF447E-1450-D898-4A65-E12F7B0E3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8" y="1730088"/>
            <a:ext cx="9876788" cy="1486609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DA67AF-8848-F484-B854-975ADE5CB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045" y="3613498"/>
            <a:ext cx="9810384" cy="1650939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2111307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1561F-D762-6A9E-4A97-E418F5CC2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A2CBE-3568-E562-4252-E73ECB7803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Composite vs Standard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Excel Add-in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Integration? Automation?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5C44E-8A7C-DC4F-D36D-1A2F94CA0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B0B1B55-C139-E827-6394-5E3EDAADD7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9962560"/>
              </p:ext>
            </p:extLst>
          </p:nvPr>
        </p:nvGraphicFramePr>
        <p:xfrm>
          <a:off x="5284519" y="1481293"/>
          <a:ext cx="7035991" cy="4582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632768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99DE0-120A-136D-8963-807CDD9D1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for setting up a “clean track”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0E813-588A-63D0-F89F-835AD56BA8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Prerequisites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Templates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Environment prep.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4F9D8-6A75-169E-5FFB-A2A3E46761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Fast and the Furious': Coolest Cars in the Movies - Business Insider">
            <a:extLst>
              <a:ext uri="{FF2B5EF4-FFF2-40B4-BE49-F238E27FC236}">
                <a16:creationId xmlns:a16="http://schemas.microsoft.com/office/drawing/2014/main" id="{9A31BB9A-FA9D-B604-A991-7E9481FB4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919" y="1830387"/>
            <a:ext cx="66675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539780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9395-A98C-AC45-7B02-9830A0559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Prerequisites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52C95-9D56-38E2-B5F0-3989440D81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Plan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Know what data are being migrated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Know where to get those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Know how to get the data available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Where is activity going to take place?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“Trust but verify”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536A8-2C74-7E91-E183-1463FC6C30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 descr="A Physicist Rates and Discusses The Crazy Stunts in The FAST AND FURIOUS  Films — GeekTyrant">
            <a:extLst>
              <a:ext uri="{FF2B5EF4-FFF2-40B4-BE49-F238E27FC236}">
                <a16:creationId xmlns:a16="http://schemas.microsoft.com/office/drawing/2014/main" id="{6BBEBF5B-30F5-553E-4E51-D5CBABEA08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358" y="1854951"/>
            <a:ext cx="6341923" cy="3567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641230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584E2-A49B-F93B-4239-E1F2665A1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06A0B-F0EF-29EC-4BA5-6007FFD83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1A2DC-57C5-DC2F-2230-1861B2F864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MSFT provides templates to get started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Not always up to date but a great place to start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0C997-86AB-D9DF-E55B-02FB0A18F2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EF356B-53CD-E291-A954-FAB3DFE281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582" y="2228045"/>
            <a:ext cx="5713710" cy="283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025719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B98FB-049B-00A6-0717-9D0921DB1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3E1A9-FF93-44EA-35DA-EC67A94B3F7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765175"/>
            <a:ext cx="10972800" cy="71278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4B07BF-AE26-FA6A-1F30-C34A39E9C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335409" cy="711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45462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0B090-1DB6-1F8F-A956-BD03CF0B7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C8DF5-3047-C1C5-884C-BBB72532C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Preparation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FE0C6-7761-2765-D5C6-3FF42994AF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Golden &gt; DM environment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Make one-time changes for DM (from list)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Import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Undo one-time changes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Test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ABB8EE-0413-FA48-8123-C7C65D20EA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6611A0-16BF-C3D3-DE14-D7C01600A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330" y="2114841"/>
            <a:ext cx="3990476" cy="3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25792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01FC1-8D17-F6F9-22A0-E235E49AE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95D03-8F9B-6D95-A7FD-FBEBF39A7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Turbocharging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7A73F-B00A-EEFB-1D12-F6FC6FCC6F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sz="3600" dirty="0"/>
              <a:t>Optimizing data entity performance: parallel processing, and batching.</a:t>
            </a:r>
          </a:p>
          <a:p>
            <a:r>
              <a:rPr lang="en-US" sz="3600" dirty="0"/>
              <a:t>Best practices for handling massive datasets without spinning out.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E13163-347E-E4A0-0209-F7D39A0128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 descr="What is a Turbocharger? | The Daily Drive | Consumer Guide®">
            <a:extLst>
              <a:ext uri="{FF2B5EF4-FFF2-40B4-BE49-F238E27FC236}">
                <a16:creationId xmlns:a16="http://schemas.microsoft.com/office/drawing/2014/main" id="{D1262CBB-76FF-D9C3-6AA0-58092774B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301" y="1540042"/>
            <a:ext cx="6310475" cy="4732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5451997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89C5E-0FAB-1E9F-011B-2A5E7D28B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Optimizing Support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1D380-3FAF-7574-2936-AA2CF61FF9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System Administration &gt; Framework parameters &gt; Entity Settings (tab)&gt; Configure Entity Execution Parameters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3C73A7-E53E-97D8-3287-1C7674862E2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803EE6-A706-C2F7-AA32-C9FA413D7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108" y="2234843"/>
            <a:ext cx="6258964" cy="252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378872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C99D1-76F4-8147-F2F5-D4F152806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0F7BC49-0093-7934-5801-0FDBB59FA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10" y="1177142"/>
            <a:ext cx="12137254" cy="489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08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F5A2DB-B955-F4A6-4528-EBBF8BEB1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6405"/>
            <a:ext cx="12436475" cy="6141715"/>
          </a:xfrm>
          <a:prstGeom prst="rect">
            <a:avLst/>
          </a:prstGeom>
        </p:spPr>
      </p:pic>
      <p:sp>
        <p:nvSpPr>
          <p:cNvPr id="4" name="Arrow: Left 3">
            <a:extLst>
              <a:ext uri="{FF2B5EF4-FFF2-40B4-BE49-F238E27FC236}">
                <a16:creationId xmlns:a16="http://schemas.microsoft.com/office/drawing/2014/main" id="{D9D172F1-CD0B-75E1-F8E6-1EBC66B3E92C}"/>
              </a:ext>
            </a:extLst>
          </p:cNvPr>
          <p:cNvSpPr/>
          <p:nvPr/>
        </p:nvSpPr>
        <p:spPr bwMode="auto">
          <a:xfrm>
            <a:off x="1583140" y="1146412"/>
            <a:ext cx="716508" cy="218364"/>
          </a:xfrm>
          <a:prstGeom prst="leftArrow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731550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1553D0-187B-DDB1-B44A-49DC112B4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6405"/>
            <a:ext cx="12436475" cy="614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656916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448204-0E18-4DE4-099A-6E05F2BAD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6405"/>
            <a:ext cx="12436475" cy="614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11549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 Few Moments Later | SpongeBob Time Card #8">
            <a:extLst>
              <a:ext uri="{FF2B5EF4-FFF2-40B4-BE49-F238E27FC236}">
                <a16:creationId xmlns:a16="http://schemas.microsoft.com/office/drawing/2014/main" id="{C4459C34-BBB4-B617-5BB2-3E65D1130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4810" y="-137800"/>
            <a:ext cx="12997922" cy="7311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853515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AB5BCC-5B3F-3BE7-DEC1-F14C2836C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6405"/>
            <a:ext cx="12436475" cy="614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56358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4790D2-B7C1-7582-1D69-E5FEADB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0004"/>
            <a:ext cx="12436475" cy="617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47721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D4719-053C-EEDD-8B74-383461AA0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F7F7-DE41-851A-B873-C900EE1EF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 Steering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7742A-FE30-FD81-3525-EE305BED9B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Custom mapping approaches for complex transformations.</a:t>
            </a:r>
          </a:p>
          <a:p>
            <a:r>
              <a:rPr lang="en-US" dirty="0"/>
              <a:t>Automating migration workflows with PowerShell, Logic Apps, or Azure Data Factory.</a:t>
            </a:r>
          </a:p>
          <a:p>
            <a:r>
              <a:rPr lang="en-US" dirty="0"/>
              <a:t>How to validate and reconcile data with minimal manual effort.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7557A-D4C3-5B44-C2EF-B2A1D34821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4" name="Picture 4" descr="How Tokyo Drift Shifted the Fast and Furious Franchise's Action - IGN">
            <a:extLst>
              <a:ext uri="{FF2B5EF4-FFF2-40B4-BE49-F238E27FC236}">
                <a16:creationId xmlns:a16="http://schemas.microsoft.com/office/drawing/2014/main" id="{9205DAE9-D4E2-C262-0DF3-C97479C4BC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0277" y="2549524"/>
            <a:ext cx="4314825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1288745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C9FE5-9CC4-4C2A-7215-9B8C63FC7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B3E79-19E2-5432-0A3A-1CD52B7490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Match F&amp;O mapping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Get export for what you want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Build import from that export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E6BF8-2E05-CD05-A816-5A280F9302C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 descr="Five Fast and Furious Blast | UK Wide | DrivingExperience">
            <a:extLst>
              <a:ext uri="{FF2B5EF4-FFF2-40B4-BE49-F238E27FC236}">
                <a16:creationId xmlns:a16="http://schemas.microsoft.com/office/drawing/2014/main" id="{68DF2BE8-476E-7B19-F9EE-C45DD1CDA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237" y="1816351"/>
            <a:ext cx="557212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557789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0A7FE-CE7B-0051-A5F7-16ADDF225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DA0A4-4909-3A25-9E19-3E3D9794AB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(could be its own session)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 PowerShell, Power Automation, Azure Data Factory or SSIS, etc.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Build a data pipeline: Extract, Transform, Load (ETL)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6FC218-6E6C-CE4E-B480-C3B2314B8F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The Making of a Fast &amp; Furious 6 Automotive-Action Sequence">
            <a:extLst>
              <a:ext uri="{FF2B5EF4-FFF2-40B4-BE49-F238E27FC236}">
                <a16:creationId xmlns:a16="http://schemas.microsoft.com/office/drawing/2014/main" id="{84276FC9-BA54-E651-A64B-F9C668223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112" y="1763461"/>
            <a:ext cx="6096000" cy="372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5602192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04015-BED5-4F9F-2AAA-DD4134D03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Validation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5CE8D-DE21-0F66-A9A2-9E193C67C2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Referential Integrity is handling during import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While working through data, use an “error” value if unknown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Rules will fail so plan ahead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BFCB6D-E604-D3BA-694F-6BE92EA4C8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Sung Kang: Christopher Nolan's Love for 'Tokyo Drift' Is 'Validating'">
            <a:extLst>
              <a:ext uri="{FF2B5EF4-FFF2-40B4-BE49-F238E27FC236}">
                <a16:creationId xmlns:a16="http://schemas.microsoft.com/office/drawing/2014/main" id="{8BA69A04-1994-CDBB-8EA3-F144D6CC2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3937" y="1977858"/>
            <a:ext cx="5715000" cy="320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4515531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652F0-9D26-2E8B-89AB-2476A26F3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22F63-E778-FC3E-8633-7CB1591F9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Avoiding the Wreck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AEE66-7606-DF69-14A0-BA12E64EB87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DMF can be slow so plan ahead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Build to a time budget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dirty="0"/>
              <a:t>Get data in correctly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dirty="0"/>
              <a:t>Get data in within time budget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Plan and build for scale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Pre-allocate primary keys if you can (for orchestration)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0342F-CAC5-695B-5527-A56C7331B9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Car crash scene fast furious hi-res stock photography and ...">
            <a:extLst>
              <a:ext uri="{FF2B5EF4-FFF2-40B4-BE49-F238E27FC236}">
                <a16:creationId xmlns:a16="http://schemas.microsoft.com/office/drawing/2014/main" id="{B1504F6D-6906-A260-7F93-3C2638955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437" y="1719205"/>
            <a:ext cx="6096000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5342255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F932C-0FC2-6A08-CD20-79A6A253B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36158-6CA1-1836-6C61-62BCD4DA0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 Things I’ve Learned</a:t>
            </a:r>
          </a:p>
        </p:txBody>
      </p:sp>
      <p:pic>
        <p:nvPicPr>
          <p:cNvPr id="1026" name="Picture 2" descr="a man is sitting at a desk using a dell computer monitor">
            <a:extLst>
              <a:ext uri="{FF2B5EF4-FFF2-40B4-BE49-F238E27FC236}">
                <a16:creationId xmlns:a16="http://schemas.microsoft.com/office/drawing/2014/main" id="{2E83603C-07B7-375C-1708-8E187A985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326" y="2053890"/>
            <a:ext cx="55245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9443458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2ADA0B-B904-D4FD-5475-0187FFED9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Lesson’s Learned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E9E25-9523-EED1-86A8-4FABB5D733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Empty is not the same as not there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If you don’t need it, don’t include 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If you’re unsure, don’t include it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0E0DB4-AAE3-E6E7-6340-A47986E467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10386" y="1668462"/>
            <a:ext cx="5486400" cy="41910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“Auto Generate Keys” settings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Technical: use “resolution methods” if you need to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https://github.com/NathanClouseAX/AAXDataEntities/blob/master/AAX%20Data%20Entities/AxDataEntityView/AAXCustomerContactInfoEntity.xml#L52</a:t>
            </a:r>
            <a:endParaRPr lang="en-US" dirty="0"/>
          </a:p>
          <a:p>
            <a:pPr marL="457200" lvl="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072309344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A560E-729A-0654-9136-83F71B180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Lesions Earned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1544B-A452-ABBB-69A1-35C846A083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Excel break your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“orchestrate your data”</a:t>
            </a:r>
          </a:p>
          <a:p>
            <a:pPr marL="457200" lvl="1" indent="-457200">
              <a:buFont typeface="Arial" panose="020B0604020202020204" pitchFamily="34" charset="0"/>
              <a:buChar char="•"/>
            </a:pPr>
            <a:r>
              <a:rPr lang="en-US" dirty="0"/>
              <a:t>Use Execution Unit, Level in Execution Unit, Sequence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Setup DMF telemetry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F4793-49AB-B246-EBB5-69D8087666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Check out “Data Management Workspace: The most common user errors and mistakes” and “Navigating ERP Migration: Strategies for Seamless Data Transition to Dynamics 365”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253653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0753AD-61A5-AC74-DDE8-4558EDA3E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0004"/>
            <a:ext cx="12436475" cy="617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076332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4D62E1-8881-4E1B-BA00-6466E9AC82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119"/>
            <a:ext cx="12436475" cy="668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192155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B61F7-B00D-32A2-55CC-C4CE2411D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Troubleshooting</a:t>
            </a:r>
          </a:p>
        </p:txBody>
      </p:sp>
      <p:pic>
        <p:nvPicPr>
          <p:cNvPr id="1026" name="Picture 2" descr="a man is sitting at a desk using a dell computer monitor">
            <a:extLst>
              <a:ext uri="{FF2B5EF4-FFF2-40B4-BE49-F238E27FC236}">
                <a16:creationId xmlns:a16="http://schemas.microsoft.com/office/drawing/2014/main" id="{57450AC3-3C4C-C112-C1B1-C4C36037B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326" y="2053890"/>
            <a:ext cx="55245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6161773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D38FA4-E551-4DB9-850E-257D8A8FB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0004"/>
            <a:ext cx="12436475" cy="617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463926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3F2FBD-051D-8B96-E809-A65E53633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0004"/>
            <a:ext cx="12436475" cy="617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699275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FBF74F-F229-8DA8-EAEF-1ABEEC1EA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Crossing the Finish Line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AED1DE-5FC4-98CE-C62D-A69C8C74D3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Compare counts between source and target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Verify data points – export from F&amp;O and compare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Loaded is not tested – run transactions against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Others?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9C2AB9-3F44-8A21-7A89-1B0497FD38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 descr="Fast X: The Fast &amp; Furious Toretto Family Tree Explained">
            <a:extLst>
              <a:ext uri="{FF2B5EF4-FFF2-40B4-BE49-F238E27FC236}">
                <a16:creationId xmlns:a16="http://schemas.microsoft.com/office/drawing/2014/main" id="{A8C28447-4861-5EFC-5F4C-74AD87697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141" y="1729414"/>
            <a:ext cx="6100105" cy="4069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388497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307F4-29A0-4A25-C6DD-8B35003A4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B80B53-7489-6DE8-5882-E18BFC6C6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Aways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777276-0DC7-EC50-2D29-F032DAC701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Create an extensive plan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Export -&gt; Import map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Create pipelines using those mappings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Test, Test, 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C86175-B6B0-D9CB-BF55-A92353C67A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Can data migration be an integration?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472655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DA9D7-DF24-0EC6-4AB7-6169AE3F8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38DD0A-8DA8-8E99-816E-E7D475D07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42EA0-6829-9BFF-AFD6-0F27EBDB5B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1BD0DF-E645-1B5D-64B0-652C933DFD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11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A33E29E-D8B6-40B2-8AD4-237CEB8B93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32153" y="765713"/>
            <a:ext cx="10972484" cy="712249"/>
          </a:xfrm>
        </p:spPr>
        <p:txBody>
          <a:bodyPr/>
          <a:lstStyle/>
          <a:p>
            <a:r>
              <a:rPr lang="en-US" b="1"/>
              <a:t>Suggested Resources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706FF3-4088-45A1-B03E-3F45C98C128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32153" y="1668462"/>
            <a:ext cx="10972484" cy="4191000"/>
          </a:xfrm>
        </p:spPr>
        <p:txBody>
          <a:bodyPr/>
          <a:lstStyle/>
          <a:p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2"/>
              </a:rPr>
              <a:t>https://www.linkedin.com/pulse/61-useful-tips-d365-finance-operations-peter-k--sjmne/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3"/>
              </a:rPr>
              <a:t>https://stoneridgesoftware.com/d365-finance-and-operations-13-key-tips-to-elevate-your-distribution-operations/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4"/>
              </a:rPr>
              <a:t>https://www.linkedin.com/pulse/practical-guide-data-management-framework-dmf-a9q4f/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4"/>
              </a:rPr>
              <a:t>https://www.linkedin.com/pulse/practical-guide-data-management-framework-dmf-a9q4f/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5"/>
              </a:rPr>
              <a:t>https://www.randgroup.com/insights/tip-of-the-month/finance-operations-totm/d365-fo-tip-of-the-month-mass-updates-with-edit-in-bulk-feature/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1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71157"/>
      </p:ext>
    </p:extLst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93702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primary with bullets">
  <a:themeElements>
    <a:clrScheme name="Custom 6">
      <a:dk1>
        <a:srgbClr val="3F454F"/>
      </a:dk1>
      <a:lt1>
        <a:srgbClr val="FFFFFF"/>
      </a:lt1>
      <a:dk2>
        <a:srgbClr val="84BD00"/>
      </a:dk2>
      <a:lt2>
        <a:srgbClr val="EAEAEA"/>
      </a:lt2>
      <a:accent1>
        <a:srgbClr val="0095C8"/>
      </a:accent1>
      <a:accent2>
        <a:srgbClr val="001E60"/>
      </a:accent2>
      <a:accent3>
        <a:srgbClr val="E4002B"/>
      </a:accent3>
      <a:accent4>
        <a:srgbClr val="FFB81C"/>
      </a:accent4>
      <a:accent5>
        <a:srgbClr val="3D1B52"/>
      </a:accent5>
      <a:accent6>
        <a:srgbClr val="F2C818"/>
      </a:accent6>
      <a:hlink>
        <a:srgbClr val="0095C8"/>
      </a:hlink>
      <a:folHlink>
        <a:srgbClr val="84BD00"/>
      </a:folHlink>
    </a:clrScheme>
    <a:fontScheme name="Custom 6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CUG-NAVUG Summit 2018 speaker template.pptx" id="{E4180D32-CB38-412B-90E4-C6A367F14268}" vid="{5ABA93EF-FCBD-4FE3-891E-C6F4305AB830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9d2a015-485a-400d-b290-ecf68f6652cf">
      <Terms xmlns="http://schemas.microsoft.com/office/infopath/2007/PartnerControls"/>
    </lcf76f155ced4ddcb4097134ff3c332f>
    <TaxCatchAll xmlns="40060f56-dd67-4c74-97f4-8d4b2087e08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5241CFF6E1864895DCD7ADE29FC1C7" ma:contentTypeVersion="18" ma:contentTypeDescription="Create a new document." ma:contentTypeScope="" ma:versionID="18c11557fac8510406916505c59aacae">
  <xsd:schema xmlns:xsd="http://www.w3.org/2001/XMLSchema" xmlns:xs="http://www.w3.org/2001/XMLSchema" xmlns:p="http://schemas.microsoft.com/office/2006/metadata/properties" xmlns:ns2="29d2a015-485a-400d-b290-ecf68f6652cf" xmlns:ns3="40060f56-dd67-4c74-97f4-8d4b2087e08e" targetNamespace="http://schemas.microsoft.com/office/2006/metadata/properties" ma:root="true" ma:fieldsID="bba247b69ceff1d6cdfdebac7a276114" ns2:_="" ns3:_="">
    <xsd:import namespace="29d2a015-485a-400d-b290-ecf68f6652cf"/>
    <xsd:import namespace="40060f56-dd67-4c74-97f4-8d4b2087e0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d2a015-485a-400d-b290-ecf68f6652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d8785f9-e54f-4c32-bd3d-94d1ae40bbf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60f56-dd67-4c74-97f4-8d4b2087e08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353a670-f4ec-49b7-9238-821180cc4ce8}" ma:internalName="TaxCatchAll" ma:showField="CatchAllData" ma:web="40060f56-dd67-4c74-97f4-8d4b2087e0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90F116-B58F-4255-B05B-DA3808E0E5C6}">
  <ds:schemaRefs>
    <ds:schemaRef ds:uri="40060f56-dd67-4c74-97f4-8d4b2087e08e"/>
    <ds:schemaRef ds:uri="29d2a015-485a-400d-b290-ecf68f6652cf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8605DE-A454-490A-B3CB-4C6473F23D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9d2a015-485a-400d-b290-ecf68f6652cf"/>
    <ds:schemaRef ds:uri="40060f56-dd67-4c74-97f4-8d4b2087e0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2546</TotalTime>
  <Words>899</Words>
  <Application>Microsoft Office PowerPoint</Application>
  <PresentationFormat>Custom</PresentationFormat>
  <Paragraphs>174</Paragraphs>
  <Slides>46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46</vt:i4>
      </vt:variant>
    </vt:vector>
  </HeadingPairs>
  <TitlesOfParts>
    <vt:vector size="61" baseType="lpstr">
      <vt:lpstr>Arial</vt:lpstr>
      <vt:lpstr>Calibri</vt:lpstr>
      <vt:lpstr>Calibri Light</vt:lpstr>
      <vt:lpstr>Lucida Sans Unicode</vt:lpstr>
      <vt:lpstr>Poppins</vt:lpstr>
      <vt:lpstr>Poppins SemiBold</vt:lpstr>
      <vt:lpstr>Segoe</vt:lpstr>
      <vt:lpstr>Segoe UI</vt:lpstr>
      <vt:lpstr>Segoe UI</vt:lpstr>
      <vt:lpstr>segoe ui black</vt:lpstr>
      <vt:lpstr>Verdana</vt:lpstr>
      <vt:lpstr>Wingdings</vt:lpstr>
      <vt:lpstr>primary with bullets</vt:lpstr>
      <vt:lpstr>1_Custom Design</vt:lpstr>
      <vt:lpstr>Custom Design</vt:lpstr>
      <vt:lpstr>PowerPoint Presentation</vt:lpstr>
      <vt:lpstr>The Fast &amp; The Data-Migrated: Speeding Through F&amp;O Data Migrations Without Crashing</vt:lpstr>
      <vt:lpstr>PowerPoint Presentation</vt:lpstr>
      <vt:lpstr>PowerPoint Presentation</vt:lpstr>
      <vt:lpstr>Start Your Engines</vt:lpstr>
      <vt:lpstr>PowerPoint Presentation</vt:lpstr>
      <vt:lpstr>PowerPoint Presentation</vt:lpstr>
      <vt:lpstr>PowerPoint Presentation</vt:lpstr>
      <vt:lpstr>PowerPoint Presentation</vt:lpstr>
      <vt:lpstr>Building the Racecar</vt:lpstr>
      <vt:lpstr>Building the Racecar</vt:lpstr>
      <vt:lpstr>Data Entity</vt:lpstr>
      <vt:lpstr>Entity Types</vt:lpstr>
      <vt:lpstr>Strategies</vt:lpstr>
      <vt:lpstr>Tips for setting up a “clean track”</vt:lpstr>
      <vt:lpstr>Prerequisites</vt:lpstr>
      <vt:lpstr>Templates</vt:lpstr>
      <vt:lpstr>PowerPoint Presentation</vt:lpstr>
      <vt:lpstr>Environment Preparation</vt:lpstr>
      <vt:lpstr>Turbocharging Performance</vt:lpstr>
      <vt:lpstr>Optimizing Support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Precision Steering</vt:lpstr>
      <vt:lpstr>Mapping</vt:lpstr>
      <vt:lpstr>Automating</vt:lpstr>
      <vt:lpstr>Data Validation</vt:lpstr>
      <vt:lpstr>Avoiding the Wreck</vt:lpstr>
      <vt:lpstr>Misc Things I’ve Learned</vt:lpstr>
      <vt:lpstr>Lesson’s Learned</vt:lpstr>
      <vt:lpstr>More Lesions Earned</vt:lpstr>
      <vt:lpstr>PowerPoint Presentation</vt:lpstr>
      <vt:lpstr>PowerPoint Presentation</vt:lpstr>
      <vt:lpstr>Troubleshooting</vt:lpstr>
      <vt:lpstr>PowerPoint Presentation</vt:lpstr>
      <vt:lpstr>PowerPoint Presentation</vt:lpstr>
      <vt:lpstr>Crossing the Finish Line</vt:lpstr>
      <vt:lpstr>Take Aways</vt:lpstr>
      <vt:lpstr>Questions?</vt:lpstr>
      <vt:lpstr>Suggested Resources</vt:lpstr>
      <vt:lpstr>PowerPoint Presentation</vt:lpstr>
    </vt:vector>
  </TitlesOfParts>
  <Manager/>
  <Company>Dynamic Communities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this Template</dc:title>
  <dc:subject>Cross UG Summit 2017</dc:subject>
  <dc:creator>Ty Hagerott</dc:creator>
  <cp:keywords>Dynamic Communities</cp:keywords>
  <dc:description>Template: Mitchell Derrey; Silver Fox Productions_x000d_
Formatting: _x000d_
Audience Type:</dc:description>
  <cp:lastModifiedBy>Nathan Clouse</cp:lastModifiedBy>
  <cp:revision>27</cp:revision>
  <dcterms:created xsi:type="dcterms:W3CDTF">2018-06-21T13:40:22Z</dcterms:created>
  <dcterms:modified xsi:type="dcterms:W3CDTF">2025-10-22T14:33:12Z</dcterms:modified>
  <cp:category>Dynamic Communities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0x010100595241CFF6E1864895DCD7ADE29FC1C7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ediaServiceImageTags">
    <vt:lpwstr/>
  </property>
</Properties>
</file>